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3" r:id="rId2"/>
    <p:sldId id="279" r:id="rId3"/>
    <p:sldId id="283" r:id="rId4"/>
    <p:sldId id="284" r:id="rId5"/>
    <p:sldId id="285" r:id="rId6"/>
    <p:sldId id="292" r:id="rId7"/>
    <p:sldId id="288" r:id="rId8"/>
    <p:sldId id="290" r:id="rId9"/>
    <p:sldId id="314" r:id="rId10"/>
    <p:sldId id="315" r:id="rId11"/>
    <p:sldId id="316" r:id="rId12"/>
    <p:sldId id="3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EE2B42-F1F5-434C-AADA-C75A06C08FE1}" v="46" dt="2025-06-13T02:22:53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4" autoAdjust="0"/>
    <p:restoredTop sz="94660"/>
  </p:normalViewPr>
  <p:slideViewPr>
    <p:cSldViewPr snapToGrid="0">
      <p:cViewPr varScale="1">
        <p:scale>
          <a:sx n="90" d="100"/>
          <a:sy n="90" d="100"/>
        </p:scale>
        <p:origin x="9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mitchell" userId="d2560a8533802aba" providerId="LiveId" clId="{46EE2B42-F1F5-434C-AADA-C75A06C08FE1}"/>
    <pc:docChg chg="undo custSel addSld delSld modSld sldOrd delMainMaster">
      <pc:chgData name="amy mitchell" userId="d2560a8533802aba" providerId="LiveId" clId="{46EE2B42-F1F5-434C-AADA-C75A06C08FE1}" dt="2025-06-13T02:21:41.746" v="921" actId="20577"/>
      <pc:docMkLst>
        <pc:docMk/>
      </pc:docMkLst>
      <pc:sldChg chg="delSp modSp del mod">
        <pc:chgData name="amy mitchell" userId="d2560a8533802aba" providerId="LiveId" clId="{46EE2B42-F1F5-434C-AADA-C75A06C08FE1}" dt="2025-06-13T01:51:00.496" v="389" actId="47"/>
        <pc:sldMkLst>
          <pc:docMk/>
          <pc:sldMk cId="3291681250" sldId="260"/>
        </pc:sldMkLst>
        <pc:spChg chg="mod">
          <ac:chgData name="amy mitchell" userId="d2560a8533802aba" providerId="LiveId" clId="{46EE2B42-F1F5-434C-AADA-C75A06C08FE1}" dt="2025-06-13T01:35:35.148" v="15" actId="20577"/>
          <ac:spMkLst>
            <pc:docMk/>
            <pc:sldMk cId="3291681250" sldId="260"/>
            <ac:spMk id="4" creationId="{3EB7BE43-AC59-89E6-07ED-74FCB137788D}"/>
          </ac:spMkLst>
        </pc:spChg>
        <pc:spChg chg="del">
          <ac:chgData name="amy mitchell" userId="d2560a8533802aba" providerId="LiveId" clId="{46EE2B42-F1F5-434C-AADA-C75A06C08FE1}" dt="2025-06-13T01:50:54.469" v="387" actId="21"/>
          <ac:spMkLst>
            <pc:docMk/>
            <pc:sldMk cId="3291681250" sldId="260"/>
            <ac:spMk id="8" creationId="{0157E8AE-DA7D-7B4E-8D7F-290E2ECF65AD}"/>
          </ac:spMkLst>
        </pc:spChg>
        <pc:spChg chg="mod">
          <ac:chgData name="amy mitchell" userId="d2560a8533802aba" providerId="LiveId" clId="{46EE2B42-F1F5-434C-AADA-C75A06C08FE1}" dt="2025-06-13T01:35:53.305" v="28" actId="20577"/>
          <ac:spMkLst>
            <pc:docMk/>
            <pc:sldMk cId="3291681250" sldId="260"/>
            <ac:spMk id="9" creationId="{3ED6B3D2-D20D-9602-FFB4-23A9C184F4AB}"/>
          </ac:spMkLst>
        </pc:spChg>
        <pc:picChg chg="del">
          <ac:chgData name="amy mitchell" userId="d2560a8533802aba" providerId="LiveId" clId="{46EE2B42-F1F5-434C-AADA-C75A06C08FE1}" dt="2025-06-13T01:50:54.469" v="387" actId="21"/>
          <ac:picMkLst>
            <pc:docMk/>
            <pc:sldMk cId="3291681250" sldId="260"/>
            <ac:picMk id="6" creationId="{FF1FA994-0829-198C-0F89-06043F5B747A}"/>
          </ac:picMkLst>
        </pc:picChg>
      </pc:sldChg>
      <pc:sldChg chg="del">
        <pc:chgData name="amy mitchell" userId="d2560a8533802aba" providerId="LiveId" clId="{46EE2B42-F1F5-434C-AADA-C75A06C08FE1}" dt="2025-06-13T02:17:55.286" v="808" actId="47"/>
        <pc:sldMkLst>
          <pc:docMk/>
          <pc:sldMk cId="3335690284" sldId="271"/>
        </pc:sldMkLst>
      </pc:sldChg>
      <pc:sldChg chg="del">
        <pc:chgData name="amy mitchell" userId="d2560a8533802aba" providerId="LiveId" clId="{46EE2B42-F1F5-434C-AADA-C75A06C08FE1}" dt="2025-06-13T01:38:57.847" v="85" actId="47"/>
        <pc:sldMkLst>
          <pc:docMk/>
          <pc:sldMk cId="3432301712" sldId="278"/>
        </pc:sldMkLst>
      </pc:sldChg>
      <pc:sldChg chg="addSp delSp modSp mod ord">
        <pc:chgData name="amy mitchell" userId="d2560a8533802aba" providerId="LiveId" clId="{46EE2B42-F1F5-434C-AADA-C75A06C08FE1}" dt="2025-06-13T01:52:45.287" v="408" actId="1076"/>
        <pc:sldMkLst>
          <pc:docMk/>
          <pc:sldMk cId="677989576" sldId="279"/>
        </pc:sldMkLst>
        <pc:spChg chg="mod">
          <ac:chgData name="amy mitchell" userId="d2560a8533802aba" providerId="LiveId" clId="{46EE2B42-F1F5-434C-AADA-C75A06C08FE1}" dt="2025-06-13T01:37:52.487" v="79" actId="20577"/>
          <ac:spMkLst>
            <pc:docMk/>
            <pc:sldMk cId="677989576" sldId="279"/>
            <ac:spMk id="7" creationId="{D0E444C0-F3DC-1E3F-A3A9-856560DCCB97}"/>
          </ac:spMkLst>
        </pc:spChg>
        <pc:spChg chg="add mod">
          <ac:chgData name="amy mitchell" userId="d2560a8533802aba" providerId="LiveId" clId="{46EE2B42-F1F5-434C-AADA-C75A06C08FE1}" dt="2025-06-13T01:44:04.946" v="212" actId="1076"/>
          <ac:spMkLst>
            <pc:docMk/>
            <pc:sldMk cId="677989576" sldId="279"/>
            <ac:spMk id="8" creationId="{2ED97753-86EE-432B-64D2-30807ACBEFF6}"/>
          </ac:spMkLst>
        </pc:spChg>
        <pc:spChg chg="del">
          <ac:chgData name="amy mitchell" userId="d2560a8533802aba" providerId="LiveId" clId="{46EE2B42-F1F5-434C-AADA-C75A06C08FE1}" dt="2025-06-13T01:39:20.612" v="88" actId="478"/>
          <ac:spMkLst>
            <pc:docMk/>
            <pc:sldMk cId="677989576" sldId="279"/>
            <ac:spMk id="18" creationId="{06E81452-6826-4EF3-8559-6B7D6C1BB52B}"/>
          </ac:spMkLst>
        </pc:spChg>
        <pc:spChg chg="del">
          <ac:chgData name="amy mitchell" userId="d2560a8533802aba" providerId="LiveId" clId="{46EE2B42-F1F5-434C-AADA-C75A06C08FE1}" dt="2025-06-13T01:38:11.876" v="80" actId="478"/>
          <ac:spMkLst>
            <pc:docMk/>
            <pc:sldMk cId="677989576" sldId="279"/>
            <ac:spMk id="19" creationId="{68D4C9FF-04D3-1BF1-1A6C-072795A2014B}"/>
          </ac:spMkLst>
        </pc:spChg>
        <pc:spChg chg="add mod">
          <ac:chgData name="amy mitchell" userId="d2560a8533802aba" providerId="LiveId" clId="{46EE2B42-F1F5-434C-AADA-C75A06C08FE1}" dt="2025-06-13T01:52:07.853" v="402" actId="404"/>
          <ac:spMkLst>
            <pc:docMk/>
            <pc:sldMk cId="677989576" sldId="279"/>
            <ac:spMk id="27" creationId="{A5A29428-ABFD-886D-DC90-3B5D742692E3}"/>
          </ac:spMkLst>
        </pc:spChg>
        <pc:spChg chg="add mod">
          <ac:chgData name="amy mitchell" userId="d2560a8533802aba" providerId="LiveId" clId="{46EE2B42-F1F5-434C-AADA-C75A06C08FE1}" dt="2025-06-13T01:52:07.853" v="402" actId="404"/>
          <ac:spMkLst>
            <pc:docMk/>
            <pc:sldMk cId="677989576" sldId="279"/>
            <ac:spMk id="28" creationId="{25427C1C-3520-6D8C-F13A-5E65B4250FFE}"/>
          </ac:spMkLst>
        </pc:spChg>
        <pc:spChg chg="add mod">
          <ac:chgData name="amy mitchell" userId="d2560a8533802aba" providerId="LiveId" clId="{46EE2B42-F1F5-434C-AADA-C75A06C08FE1}" dt="2025-06-13T01:52:07.853" v="402" actId="404"/>
          <ac:spMkLst>
            <pc:docMk/>
            <pc:sldMk cId="677989576" sldId="279"/>
            <ac:spMk id="29" creationId="{4700EDAD-525C-9C48-EC7E-E101E28BD108}"/>
          </ac:spMkLst>
        </pc:spChg>
        <pc:spChg chg="add mod">
          <ac:chgData name="amy mitchell" userId="d2560a8533802aba" providerId="LiveId" clId="{46EE2B42-F1F5-434C-AADA-C75A06C08FE1}" dt="2025-06-13T01:52:07.853" v="402" actId="404"/>
          <ac:spMkLst>
            <pc:docMk/>
            <pc:sldMk cId="677989576" sldId="279"/>
            <ac:spMk id="30" creationId="{6483AA81-6995-86E0-3032-47B6815F83EE}"/>
          </ac:spMkLst>
        </pc:spChg>
        <pc:grpChg chg="add mod">
          <ac:chgData name="amy mitchell" userId="d2560a8533802aba" providerId="LiveId" clId="{46EE2B42-F1F5-434C-AADA-C75A06C08FE1}" dt="2025-06-13T01:51:42.011" v="394" actId="164"/>
          <ac:grpSpMkLst>
            <pc:docMk/>
            <pc:sldMk cId="677989576" sldId="279"/>
            <ac:grpSpMk id="25" creationId="{E0085F19-CBDC-3590-1362-3D3F3B510425}"/>
          </ac:grpSpMkLst>
        </pc:grpChg>
        <pc:grpChg chg="add mod">
          <ac:chgData name="amy mitchell" userId="d2560a8533802aba" providerId="LiveId" clId="{46EE2B42-F1F5-434C-AADA-C75A06C08FE1}" dt="2025-06-13T01:51:42.011" v="394" actId="164"/>
          <ac:grpSpMkLst>
            <pc:docMk/>
            <pc:sldMk cId="677989576" sldId="279"/>
            <ac:grpSpMk id="26" creationId="{C5D6A51C-1657-02DC-4727-D1E565F1F2D0}"/>
          </ac:grpSpMkLst>
        </pc:grpChg>
        <pc:grpChg chg="add mod">
          <ac:chgData name="amy mitchell" userId="d2560a8533802aba" providerId="LiveId" clId="{46EE2B42-F1F5-434C-AADA-C75A06C08FE1}" dt="2025-06-13T01:52:45.287" v="408" actId="1076"/>
          <ac:grpSpMkLst>
            <pc:docMk/>
            <pc:sldMk cId="677989576" sldId="279"/>
            <ac:grpSpMk id="31" creationId="{70E8AC3E-27F4-B789-15D9-690A05B1032C}"/>
          </ac:grpSpMkLst>
        </pc:grpChg>
        <pc:picChg chg="del">
          <ac:chgData name="amy mitchell" userId="d2560a8533802aba" providerId="LiveId" clId="{46EE2B42-F1F5-434C-AADA-C75A06C08FE1}" dt="2025-06-13T01:39:17.179" v="87" actId="478"/>
          <ac:picMkLst>
            <pc:docMk/>
            <pc:sldMk cId="677989576" sldId="279"/>
            <ac:picMk id="17" creationId="{D886A976-8347-A927-0029-F1D5ABAF8B2F}"/>
          </ac:picMkLst>
        </pc:picChg>
      </pc:sldChg>
      <pc:sldChg chg="del">
        <pc:chgData name="amy mitchell" userId="d2560a8533802aba" providerId="LiveId" clId="{46EE2B42-F1F5-434C-AADA-C75A06C08FE1}" dt="2025-06-13T01:36:54.448" v="30" actId="47"/>
        <pc:sldMkLst>
          <pc:docMk/>
          <pc:sldMk cId="1802929009" sldId="280"/>
        </pc:sldMkLst>
      </pc:sldChg>
      <pc:sldChg chg="del">
        <pc:chgData name="amy mitchell" userId="d2560a8533802aba" providerId="LiveId" clId="{46EE2B42-F1F5-434C-AADA-C75A06C08FE1}" dt="2025-06-13T01:36:35.983" v="29" actId="47"/>
        <pc:sldMkLst>
          <pc:docMk/>
          <pc:sldMk cId="2302669069" sldId="281"/>
        </pc:sldMkLst>
      </pc:sldChg>
      <pc:sldChg chg="addSp delSp modSp mod">
        <pc:chgData name="amy mitchell" userId="d2560a8533802aba" providerId="LiveId" clId="{46EE2B42-F1F5-434C-AADA-C75A06C08FE1}" dt="2025-06-13T01:52:50.095" v="409"/>
        <pc:sldMkLst>
          <pc:docMk/>
          <pc:sldMk cId="381065704" sldId="283"/>
        </pc:sldMkLst>
        <pc:spChg chg="mod">
          <ac:chgData name="amy mitchell" userId="d2560a8533802aba" providerId="LiveId" clId="{46EE2B42-F1F5-434C-AADA-C75A06C08FE1}" dt="2025-06-13T01:52:50.095" v="409"/>
          <ac:spMkLst>
            <pc:docMk/>
            <pc:sldMk cId="381065704" sldId="283"/>
            <ac:spMk id="15" creationId="{388D5678-DFB0-8BE8-3104-7BBD5E863316}"/>
          </ac:spMkLst>
        </pc:spChg>
        <pc:spChg chg="mod">
          <ac:chgData name="amy mitchell" userId="d2560a8533802aba" providerId="LiveId" clId="{46EE2B42-F1F5-434C-AADA-C75A06C08FE1}" dt="2025-06-13T01:52:50.095" v="409"/>
          <ac:spMkLst>
            <pc:docMk/>
            <pc:sldMk cId="381065704" sldId="283"/>
            <ac:spMk id="17" creationId="{F22F0DD3-4B99-9431-AE57-19136705904A}"/>
          </ac:spMkLst>
        </pc:spChg>
        <pc:spChg chg="mod">
          <ac:chgData name="amy mitchell" userId="d2560a8533802aba" providerId="LiveId" clId="{46EE2B42-F1F5-434C-AADA-C75A06C08FE1}" dt="2025-06-13T01:52:50.095" v="409"/>
          <ac:spMkLst>
            <pc:docMk/>
            <pc:sldMk cId="381065704" sldId="283"/>
            <ac:spMk id="19" creationId="{5EB5B066-D3D9-72D4-73B9-34CC8ACE9322}"/>
          </ac:spMkLst>
        </pc:spChg>
        <pc:spChg chg="mod">
          <ac:chgData name="amy mitchell" userId="d2560a8533802aba" providerId="LiveId" clId="{46EE2B42-F1F5-434C-AADA-C75A06C08FE1}" dt="2025-06-13T01:52:50.095" v="409"/>
          <ac:spMkLst>
            <pc:docMk/>
            <pc:sldMk cId="381065704" sldId="283"/>
            <ac:spMk id="20" creationId="{3C811506-765D-5F65-D9BF-91712EF6F3AB}"/>
          </ac:spMkLst>
        </pc:spChg>
        <pc:grpChg chg="add mod">
          <ac:chgData name="amy mitchell" userId="d2560a8533802aba" providerId="LiveId" clId="{46EE2B42-F1F5-434C-AADA-C75A06C08FE1}" dt="2025-06-13T01:52:50.095" v="409"/>
          <ac:grpSpMkLst>
            <pc:docMk/>
            <pc:sldMk cId="381065704" sldId="283"/>
            <ac:grpSpMk id="4" creationId="{626415BE-D673-4264-E850-9715AF5F0896}"/>
          </ac:grpSpMkLst>
        </pc:grpChg>
        <pc:grpChg chg="mod">
          <ac:chgData name="amy mitchell" userId="d2560a8533802aba" providerId="LiveId" clId="{46EE2B42-F1F5-434C-AADA-C75A06C08FE1}" dt="2025-06-13T01:52:50.095" v="409"/>
          <ac:grpSpMkLst>
            <pc:docMk/>
            <pc:sldMk cId="381065704" sldId="283"/>
            <ac:grpSpMk id="11" creationId="{37F579A6-65FB-5026-EEAB-7DF5DAC2EA5F}"/>
          </ac:grpSpMkLst>
        </pc:grpChg>
        <pc:grpChg chg="mod">
          <ac:chgData name="amy mitchell" userId="d2560a8533802aba" providerId="LiveId" clId="{46EE2B42-F1F5-434C-AADA-C75A06C08FE1}" dt="2025-06-13T01:52:50.095" v="409"/>
          <ac:grpSpMkLst>
            <pc:docMk/>
            <pc:sldMk cId="381065704" sldId="283"/>
            <ac:grpSpMk id="13" creationId="{8D8FCA3F-F754-5330-C39A-B5F1797671C7}"/>
          </ac:grpSpMkLst>
        </pc:grpChg>
        <pc:picChg chg="del">
          <ac:chgData name="amy mitchell" userId="d2560a8533802aba" providerId="LiveId" clId="{46EE2B42-F1F5-434C-AADA-C75A06C08FE1}" dt="2025-06-13T01:38:31.182" v="81" actId="478"/>
          <ac:picMkLst>
            <pc:docMk/>
            <pc:sldMk cId="381065704" sldId="283"/>
            <ac:picMk id="5" creationId="{84D96FFD-79F1-9A2D-9F17-4E9B8C56E88E}"/>
          </ac:picMkLst>
        </pc:picChg>
      </pc:sldChg>
      <pc:sldChg chg="addSp delSp modSp mod">
        <pc:chgData name="amy mitchell" userId="d2560a8533802aba" providerId="LiveId" clId="{46EE2B42-F1F5-434C-AADA-C75A06C08FE1}" dt="2025-06-13T01:52:59.143" v="411" actId="1076"/>
        <pc:sldMkLst>
          <pc:docMk/>
          <pc:sldMk cId="2125045911" sldId="284"/>
        </pc:sldMkLst>
        <pc:spChg chg="mod">
          <ac:chgData name="amy mitchell" userId="d2560a8533802aba" providerId="LiveId" clId="{46EE2B42-F1F5-434C-AADA-C75A06C08FE1}" dt="2025-06-13T01:52:59.143" v="411" actId="1076"/>
          <ac:spMkLst>
            <pc:docMk/>
            <pc:sldMk cId="2125045911" sldId="284"/>
            <ac:spMk id="8" creationId="{B2FC6C9E-1736-2251-0C0B-8E1F440F8920}"/>
          </ac:spMkLst>
        </pc:spChg>
        <pc:spChg chg="mod">
          <ac:chgData name="amy mitchell" userId="d2560a8533802aba" providerId="LiveId" clId="{46EE2B42-F1F5-434C-AADA-C75A06C08FE1}" dt="2025-06-13T01:52:53.080" v="410"/>
          <ac:spMkLst>
            <pc:docMk/>
            <pc:sldMk cId="2125045911" sldId="284"/>
            <ac:spMk id="9" creationId="{2B9A8328-9180-0FCF-4D72-35C3B31585D2}"/>
          </ac:spMkLst>
        </pc:spChg>
        <pc:spChg chg="mod">
          <ac:chgData name="amy mitchell" userId="d2560a8533802aba" providerId="LiveId" clId="{46EE2B42-F1F5-434C-AADA-C75A06C08FE1}" dt="2025-06-13T01:52:53.080" v="410"/>
          <ac:spMkLst>
            <pc:docMk/>
            <pc:sldMk cId="2125045911" sldId="284"/>
            <ac:spMk id="10" creationId="{FAEB88F9-5E30-49E6-266B-ADAF037B5EBB}"/>
          </ac:spMkLst>
        </pc:spChg>
        <pc:spChg chg="mod">
          <ac:chgData name="amy mitchell" userId="d2560a8533802aba" providerId="LiveId" clId="{46EE2B42-F1F5-434C-AADA-C75A06C08FE1}" dt="2025-06-13T01:52:53.080" v="410"/>
          <ac:spMkLst>
            <pc:docMk/>
            <pc:sldMk cId="2125045911" sldId="284"/>
            <ac:spMk id="12" creationId="{72DFED28-F04C-A9D2-7515-B162B0557C75}"/>
          </ac:spMkLst>
        </pc:spChg>
        <pc:spChg chg="mod">
          <ac:chgData name="amy mitchell" userId="d2560a8533802aba" providerId="LiveId" clId="{46EE2B42-F1F5-434C-AADA-C75A06C08FE1}" dt="2025-06-13T01:52:53.080" v="410"/>
          <ac:spMkLst>
            <pc:docMk/>
            <pc:sldMk cId="2125045911" sldId="284"/>
            <ac:spMk id="14" creationId="{CE92D933-7997-C2ED-F793-0EC3C0E0F8D5}"/>
          </ac:spMkLst>
        </pc:spChg>
        <pc:grpChg chg="add mod">
          <ac:chgData name="amy mitchell" userId="d2560a8533802aba" providerId="LiveId" clId="{46EE2B42-F1F5-434C-AADA-C75A06C08FE1}" dt="2025-06-13T01:52:53.080" v="410"/>
          <ac:grpSpMkLst>
            <pc:docMk/>
            <pc:sldMk cId="2125045911" sldId="284"/>
            <ac:grpSpMk id="4" creationId="{F3702714-602D-539E-FF69-09FBC11F6027}"/>
          </ac:grpSpMkLst>
        </pc:grpChg>
        <pc:grpChg chg="mod">
          <ac:chgData name="amy mitchell" userId="d2560a8533802aba" providerId="LiveId" clId="{46EE2B42-F1F5-434C-AADA-C75A06C08FE1}" dt="2025-06-13T01:52:53.080" v="410"/>
          <ac:grpSpMkLst>
            <pc:docMk/>
            <pc:sldMk cId="2125045911" sldId="284"/>
            <ac:grpSpMk id="5" creationId="{B7AFD797-6475-1A06-5BCE-62733A3BB4DC}"/>
          </ac:grpSpMkLst>
        </pc:grpChg>
        <pc:grpChg chg="mod">
          <ac:chgData name="amy mitchell" userId="d2560a8533802aba" providerId="LiveId" clId="{46EE2B42-F1F5-434C-AADA-C75A06C08FE1}" dt="2025-06-13T01:52:53.080" v="410"/>
          <ac:grpSpMkLst>
            <pc:docMk/>
            <pc:sldMk cId="2125045911" sldId="284"/>
            <ac:grpSpMk id="7" creationId="{B265B8FC-8FBE-3ECF-DFAA-3D77FF30F8CB}"/>
          </ac:grpSpMkLst>
        </pc:grpChg>
        <pc:picChg chg="del">
          <ac:chgData name="amy mitchell" userId="d2560a8533802aba" providerId="LiveId" clId="{46EE2B42-F1F5-434C-AADA-C75A06C08FE1}" dt="2025-06-13T01:38:34.199" v="82" actId="478"/>
          <ac:picMkLst>
            <pc:docMk/>
            <pc:sldMk cId="2125045911" sldId="284"/>
            <ac:picMk id="6" creationId="{7D18F2C3-CD2D-F8AF-45D4-7DB25C73BBE9}"/>
          </ac:picMkLst>
        </pc:picChg>
      </pc:sldChg>
      <pc:sldChg chg="addSp delSp modSp mod">
        <pc:chgData name="amy mitchell" userId="d2560a8533802aba" providerId="LiveId" clId="{46EE2B42-F1F5-434C-AADA-C75A06C08FE1}" dt="2025-06-13T01:53:09.612" v="413" actId="1076"/>
        <pc:sldMkLst>
          <pc:docMk/>
          <pc:sldMk cId="2393618808" sldId="285"/>
        </pc:sldMkLst>
        <pc:spChg chg="mod">
          <ac:chgData name="amy mitchell" userId="d2560a8533802aba" providerId="LiveId" clId="{46EE2B42-F1F5-434C-AADA-C75A06C08FE1}" dt="2025-06-13T01:53:09.612" v="413" actId="1076"/>
          <ac:spMkLst>
            <pc:docMk/>
            <pc:sldMk cId="2393618808" sldId="285"/>
            <ac:spMk id="5" creationId="{C0B64898-51F7-6816-5359-3BDB184E6731}"/>
          </ac:spMkLst>
        </pc:spChg>
        <pc:spChg chg="mod">
          <ac:chgData name="amy mitchell" userId="d2560a8533802aba" providerId="LiveId" clId="{46EE2B42-F1F5-434C-AADA-C75A06C08FE1}" dt="2025-06-13T01:53:03.783" v="412"/>
          <ac:spMkLst>
            <pc:docMk/>
            <pc:sldMk cId="2393618808" sldId="285"/>
            <ac:spMk id="14" creationId="{04B2F2A9-3039-28FC-8E56-0DA57E3500ED}"/>
          </ac:spMkLst>
        </pc:spChg>
        <pc:spChg chg="mod">
          <ac:chgData name="amy mitchell" userId="d2560a8533802aba" providerId="LiveId" clId="{46EE2B42-F1F5-434C-AADA-C75A06C08FE1}" dt="2025-06-13T01:53:03.783" v="412"/>
          <ac:spMkLst>
            <pc:docMk/>
            <pc:sldMk cId="2393618808" sldId="285"/>
            <ac:spMk id="15" creationId="{13D4E260-4529-8BD3-156C-F90E85B8E1A7}"/>
          </ac:spMkLst>
        </pc:spChg>
        <pc:spChg chg="mod">
          <ac:chgData name="amy mitchell" userId="d2560a8533802aba" providerId="LiveId" clId="{46EE2B42-F1F5-434C-AADA-C75A06C08FE1}" dt="2025-06-13T01:53:03.783" v="412"/>
          <ac:spMkLst>
            <pc:docMk/>
            <pc:sldMk cId="2393618808" sldId="285"/>
            <ac:spMk id="16" creationId="{3DE0D9A4-F7EC-0C02-9F29-53A8FED48280}"/>
          </ac:spMkLst>
        </pc:spChg>
        <pc:spChg chg="mod">
          <ac:chgData name="amy mitchell" userId="d2560a8533802aba" providerId="LiveId" clId="{46EE2B42-F1F5-434C-AADA-C75A06C08FE1}" dt="2025-06-13T01:53:03.783" v="412"/>
          <ac:spMkLst>
            <pc:docMk/>
            <pc:sldMk cId="2393618808" sldId="285"/>
            <ac:spMk id="17" creationId="{CD694294-DFD4-C038-9549-B45212F2DB9E}"/>
          </ac:spMkLst>
        </pc:spChg>
        <pc:grpChg chg="add mod">
          <ac:chgData name="amy mitchell" userId="d2560a8533802aba" providerId="LiveId" clId="{46EE2B42-F1F5-434C-AADA-C75A06C08FE1}" dt="2025-06-13T01:53:03.783" v="412"/>
          <ac:grpSpMkLst>
            <pc:docMk/>
            <pc:sldMk cId="2393618808" sldId="285"/>
            <ac:grpSpMk id="6" creationId="{61391C4A-F64C-51A2-3D07-4698680ADDFF}"/>
          </ac:grpSpMkLst>
        </pc:grpChg>
        <pc:grpChg chg="mod">
          <ac:chgData name="amy mitchell" userId="d2560a8533802aba" providerId="LiveId" clId="{46EE2B42-F1F5-434C-AADA-C75A06C08FE1}" dt="2025-06-13T01:53:03.783" v="412"/>
          <ac:grpSpMkLst>
            <pc:docMk/>
            <pc:sldMk cId="2393618808" sldId="285"/>
            <ac:grpSpMk id="7" creationId="{E289F11E-ECFC-72A6-1D9D-6DFBED3F3DB8}"/>
          </ac:grpSpMkLst>
        </pc:grpChg>
        <pc:grpChg chg="mod">
          <ac:chgData name="amy mitchell" userId="d2560a8533802aba" providerId="LiveId" clId="{46EE2B42-F1F5-434C-AADA-C75A06C08FE1}" dt="2025-06-13T01:53:03.783" v="412"/>
          <ac:grpSpMkLst>
            <pc:docMk/>
            <pc:sldMk cId="2393618808" sldId="285"/>
            <ac:grpSpMk id="8" creationId="{4EB41769-C427-6C4A-4540-808A5323C37A}"/>
          </ac:grpSpMkLst>
        </pc:grpChg>
        <pc:picChg chg="del">
          <ac:chgData name="amy mitchell" userId="d2560a8533802aba" providerId="LiveId" clId="{46EE2B42-F1F5-434C-AADA-C75A06C08FE1}" dt="2025-06-13T01:38:39.349" v="83" actId="478"/>
          <ac:picMkLst>
            <pc:docMk/>
            <pc:sldMk cId="2393618808" sldId="285"/>
            <ac:picMk id="4" creationId="{BE4B0ECF-F64F-77BD-5196-E8961571BB09}"/>
          </ac:picMkLst>
        </pc:picChg>
      </pc:sldChg>
      <pc:sldChg chg="delSp del mod">
        <pc:chgData name="amy mitchell" userId="d2560a8533802aba" providerId="LiveId" clId="{46EE2B42-F1F5-434C-AADA-C75A06C08FE1}" dt="2025-06-13T01:39:13.349" v="86" actId="47"/>
        <pc:sldMkLst>
          <pc:docMk/>
          <pc:sldMk cId="1499037596" sldId="287"/>
        </pc:sldMkLst>
        <pc:picChg chg="del">
          <ac:chgData name="amy mitchell" userId="d2560a8533802aba" providerId="LiveId" clId="{46EE2B42-F1F5-434C-AADA-C75A06C08FE1}" dt="2025-06-13T01:38:43.678" v="84" actId="478"/>
          <ac:picMkLst>
            <pc:docMk/>
            <pc:sldMk cId="1499037596" sldId="287"/>
            <ac:picMk id="8" creationId="{02821F3B-6C6A-087B-B0E3-62A2723D6B24}"/>
          </ac:picMkLst>
        </pc:picChg>
      </pc:sldChg>
      <pc:sldChg chg="addSp delSp modSp add mod setBg delDesignElem">
        <pc:chgData name="amy mitchell" userId="d2560a8533802aba" providerId="LiveId" clId="{46EE2B42-F1F5-434C-AADA-C75A06C08FE1}" dt="2025-06-13T01:56:20.129" v="434" actId="1076"/>
        <pc:sldMkLst>
          <pc:docMk/>
          <pc:sldMk cId="3344757561" sldId="288"/>
        </pc:sldMkLst>
        <pc:spChg chg="mod">
          <ac:chgData name="amy mitchell" userId="d2560a8533802aba" providerId="LiveId" clId="{46EE2B42-F1F5-434C-AADA-C75A06C08FE1}" dt="2025-06-13T01:56:20.129" v="434" actId="1076"/>
          <ac:spMkLst>
            <pc:docMk/>
            <pc:sldMk cId="3344757561" sldId="288"/>
            <ac:spMk id="7" creationId="{CFD009AE-49FE-007C-6F33-70A53A2B560F}"/>
          </ac:spMkLst>
        </pc:spChg>
        <pc:spChg chg="del">
          <ac:chgData name="amy mitchell" userId="d2560a8533802aba" providerId="LiveId" clId="{46EE2B42-F1F5-434C-AADA-C75A06C08FE1}" dt="2025-06-13T01:45:18.933" v="214"/>
          <ac:spMkLst>
            <pc:docMk/>
            <pc:sldMk cId="3344757561" sldId="288"/>
            <ac:spMk id="9" creationId="{979E27D9-03C7-44E2-9FF8-15D0C8506AF7}"/>
          </ac:spMkLst>
        </pc:spChg>
        <pc:spChg chg="del">
          <ac:chgData name="amy mitchell" userId="d2560a8533802aba" providerId="LiveId" clId="{46EE2B42-F1F5-434C-AADA-C75A06C08FE1}" dt="2025-06-13T01:45:18.933" v="214"/>
          <ac:spMkLst>
            <pc:docMk/>
            <pc:sldMk cId="3344757561" sldId="288"/>
            <ac:spMk id="11" creationId="{EEBF1590-3B36-48EE-A89D-3B6F3CB256AB}"/>
          </ac:spMkLst>
        </pc:spChg>
        <pc:spChg chg="del">
          <ac:chgData name="amy mitchell" userId="d2560a8533802aba" providerId="LiveId" clId="{46EE2B42-F1F5-434C-AADA-C75A06C08FE1}" dt="2025-06-13T01:45:18.933" v="214"/>
          <ac:spMkLst>
            <pc:docMk/>
            <pc:sldMk cId="3344757561" sldId="288"/>
            <ac:spMk id="13" creationId="{AC8F6C8C-AB5A-4548-942D-E3FD40ACBC49}"/>
          </ac:spMkLst>
        </pc:spChg>
        <pc:spChg chg="mod">
          <ac:chgData name="amy mitchell" userId="d2560a8533802aba" providerId="LiveId" clId="{46EE2B42-F1F5-434C-AADA-C75A06C08FE1}" dt="2025-06-13T01:55:56.885" v="430"/>
          <ac:spMkLst>
            <pc:docMk/>
            <pc:sldMk cId="3344757561" sldId="288"/>
            <ac:spMk id="14" creationId="{E0457958-9EA5-66FE-D1DB-0EFC2F629A1F}"/>
          </ac:spMkLst>
        </pc:spChg>
        <pc:spChg chg="mod">
          <ac:chgData name="amy mitchell" userId="d2560a8533802aba" providerId="LiveId" clId="{46EE2B42-F1F5-434C-AADA-C75A06C08FE1}" dt="2025-06-13T01:55:56.885" v="430"/>
          <ac:spMkLst>
            <pc:docMk/>
            <pc:sldMk cId="3344757561" sldId="288"/>
            <ac:spMk id="15" creationId="{2B9771E9-AEB0-A9AD-AB0B-486B3D10DE1A}"/>
          </ac:spMkLst>
        </pc:spChg>
        <pc:spChg chg="mod">
          <ac:chgData name="amy mitchell" userId="d2560a8533802aba" providerId="LiveId" clId="{46EE2B42-F1F5-434C-AADA-C75A06C08FE1}" dt="2025-06-13T01:55:56.885" v="430"/>
          <ac:spMkLst>
            <pc:docMk/>
            <pc:sldMk cId="3344757561" sldId="288"/>
            <ac:spMk id="16" creationId="{4A770166-C414-A209-27E3-06D16829C200}"/>
          </ac:spMkLst>
        </pc:spChg>
        <pc:spChg chg="mod">
          <ac:chgData name="amy mitchell" userId="d2560a8533802aba" providerId="LiveId" clId="{46EE2B42-F1F5-434C-AADA-C75A06C08FE1}" dt="2025-06-13T01:55:56.885" v="430"/>
          <ac:spMkLst>
            <pc:docMk/>
            <pc:sldMk cId="3344757561" sldId="288"/>
            <ac:spMk id="17" creationId="{A0413603-B12D-D298-A9E5-28216341517D}"/>
          </ac:spMkLst>
        </pc:spChg>
        <pc:grpChg chg="add mod">
          <ac:chgData name="amy mitchell" userId="d2560a8533802aba" providerId="LiveId" clId="{46EE2B42-F1F5-434C-AADA-C75A06C08FE1}" dt="2025-06-13T01:56:13.463" v="433" actId="1076"/>
          <ac:grpSpMkLst>
            <pc:docMk/>
            <pc:sldMk cId="3344757561" sldId="288"/>
            <ac:grpSpMk id="8" creationId="{AD5D8AA5-3697-6EC7-A612-41D8440D4499}"/>
          </ac:grpSpMkLst>
        </pc:grpChg>
        <pc:grpChg chg="mod">
          <ac:chgData name="amy mitchell" userId="d2560a8533802aba" providerId="LiveId" clId="{46EE2B42-F1F5-434C-AADA-C75A06C08FE1}" dt="2025-06-13T01:55:56.885" v="430"/>
          <ac:grpSpMkLst>
            <pc:docMk/>
            <pc:sldMk cId="3344757561" sldId="288"/>
            <ac:grpSpMk id="10" creationId="{1A2BC9C8-AD1B-228D-0C0F-BBF935CA2361}"/>
          </ac:grpSpMkLst>
        </pc:grpChg>
        <pc:grpChg chg="mod">
          <ac:chgData name="amy mitchell" userId="d2560a8533802aba" providerId="LiveId" clId="{46EE2B42-F1F5-434C-AADA-C75A06C08FE1}" dt="2025-06-13T01:55:56.885" v="430"/>
          <ac:grpSpMkLst>
            <pc:docMk/>
            <pc:sldMk cId="3344757561" sldId="288"/>
            <ac:grpSpMk id="12" creationId="{D2ECE897-8811-ECF8-35D7-5510943EBFDA}"/>
          </ac:grpSpMkLst>
        </pc:grpChg>
      </pc:sldChg>
      <pc:sldChg chg="addSp delSp modSp add mod setBg delDesignElem">
        <pc:chgData name="amy mitchell" userId="d2560a8533802aba" providerId="LiveId" clId="{46EE2B42-F1F5-434C-AADA-C75A06C08FE1}" dt="2025-06-13T01:57:53.517" v="444" actId="1035"/>
        <pc:sldMkLst>
          <pc:docMk/>
          <pc:sldMk cId="1459555387" sldId="290"/>
        </pc:sldMkLst>
        <pc:spChg chg="mod">
          <ac:chgData name="amy mitchell" userId="d2560a8533802aba" providerId="LiveId" clId="{46EE2B42-F1F5-434C-AADA-C75A06C08FE1}" dt="2025-06-13T01:57:38.626" v="438" actId="1076"/>
          <ac:spMkLst>
            <pc:docMk/>
            <pc:sldMk cId="1459555387" sldId="290"/>
            <ac:spMk id="7" creationId="{7850F0B0-E74C-2757-E897-6ACA76127D28}"/>
          </ac:spMkLst>
        </pc:spChg>
        <pc:spChg chg="mod">
          <ac:chgData name="amy mitchell" userId="d2560a8533802aba" providerId="LiveId" clId="{46EE2B42-F1F5-434C-AADA-C75A06C08FE1}" dt="2025-06-13T01:57:42.101" v="439"/>
          <ac:spMkLst>
            <pc:docMk/>
            <pc:sldMk cId="1459555387" sldId="290"/>
            <ac:spMk id="9" creationId="{C36A5C53-7B84-0C67-4DBC-A3AC3C96D935}"/>
          </ac:spMkLst>
        </pc:spChg>
        <pc:spChg chg="del">
          <ac:chgData name="amy mitchell" userId="d2560a8533802aba" providerId="LiveId" clId="{46EE2B42-F1F5-434C-AADA-C75A06C08FE1}" dt="2025-06-13T01:56:58.475" v="436"/>
          <ac:spMkLst>
            <pc:docMk/>
            <pc:sldMk cId="1459555387" sldId="290"/>
            <ac:spMk id="10" creationId="{A8384FB5-9ADC-4DDC-881B-597D56F5B15D}"/>
          </ac:spMkLst>
        </pc:spChg>
        <pc:spChg chg="mod">
          <ac:chgData name="amy mitchell" userId="d2560a8533802aba" providerId="LiveId" clId="{46EE2B42-F1F5-434C-AADA-C75A06C08FE1}" dt="2025-06-13T01:57:42.101" v="439"/>
          <ac:spMkLst>
            <pc:docMk/>
            <pc:sldMk cId="1459555387" sldId="290"/>
            <ac:spMk id="11" creationId="{7AE93A94-C356-89E4-1342-5F49EBEC8CE3}"/>
          </ac:spMkLst>
        </pc:spChg>
        <pc:spChg chg="del">
          <ac:chgData name="amy mitchell" userId="d2560a8533802aba" providerId="LiveId" clId="{46EE2B42-F1F5-434C-AADA-C75A06C08FE1}" dt="2025-06-13T01:56:58.475" v="436"/>
          <ac:spMkLst>
            <pc:docMk/>
            <pc:sldMk cId="1459555387" sldId="290"/>
            <ac:spMk id="12" creationId="{1199E1B1-A8C0-4FE8-A5A8-1CB41D69F857}"/>
          </ac:spMkLst>
        </pc:spChg>
        <pc:spChg chg="mod">
          <ac:chgData name="amy mitchell" userId="d2560a8533802aba" providerId="LiveId" clId="{46EE2B42-F1F5-434C-AADA-C75A06C08FE1}" dt="2025-06-13T01:57:42.101" v="439"/>
          <ac:spMkLst>
            <pc:docMk/>
            <pc:sldMk cId="1459555387" sldId="290"/>
            <ac:spMk id="13" creationId="{6540C901-FFD3-AC88-FFE4-A0256404333F}"/>
          </ac:spMkLst>
        </pc:spChg>
        <pc:spChg chg="del">
          <ac:chgData name="amy mitchell" userId="d2560a8533802aba" providerId="LiveId" clId="{46EE2B42-F1F5-434C-AADA-C75A06C08FE1}" dt="2025-06-13T01:56:58.475" v="436"/>
          <ac:spMkLst>
            <pc:docMk/>
            <pc:sldMk cId="1459555387" sldId="290"/>
            <ac:spMk id="14" creationId="{84A8DE83-DE75-4B41-9DB4-A7EC0B0DEC0B}"/>
          </ac:spMkLst>
        </pc:spChg>
        <pc:spChg chg="mod">
          <ac:chgData name="amy mitchell" userId="d2560a8533802aba" providerId="LiveId" clId="{46EE2B42-F1F5-434C-AADA-C75A06C08FE1}" dt="2025-06-13T01:57:42.101" v="439"/>
          <ac:spMkLst>
            <pc:docMk/>
            <pc:sldMk cId="1459555387" sldId="290"/>
            <ac:spMk id="15" creationId="{575648C8-15F6-694A-00BC-4DAE7C9379F7}"/>
          </ac:spMkLst>
        </pc:spChg>
        <pc:spChg chg="del">
          <ac:chgData name="amy mitchell" userId="d2560a8533802aba" providerId="LiveId" clId="{46EE2B42-F1F5-434C-AADA-C75A06C08FE1}" dt="2025-06-13T01:56:58.475" v="436"/>
          <ac:spMkLst>
            <pc:docMk/>
            <pc:sldMk cId="1459555387" sldId="290"/>
            <ac:spMk id="16" creationId="{A7009A0A-BEF5-4EAC-AF15-E4F9F002E239}"/>
          </ac:spMkLst>
        </pc:spChg>
        <pc:grpChg chg="add mod">
          <ac:chgData name="amy mitchell" userId="d2560a8533802aba" providerId="LiveId" clId="{46EE2B42-F1F5-434C-AADA-C75A06C08FE1}" dt="2025-06-13T01:57:45.690" v="440" actId="1076"/>
          <ac:grpSpMkLst>
            <pc:docMk/>
            <pc:sldMk cId="1459555387" sldId="290"/>
            <ac:grpSpMk id="3" creationId="{BBA240D9-1D65-59FF-DCCF-08C21C022845}"/>
          </ac:grpSpMkLst>
        </pc:grpChg>
        <pc:grpChg chg="mod">
          <ac:chgData name="amy mitchell" userId="d2560a8533802aba" providerId="LiveId" clId="{46EE2B42-F1F5-434C-AADA-C75A06C08FE1}" dt="2025-06-13T01:57:42.101" v="439"/>
          <ac:grpSpMkLst>
            <pc:docMk/>
            <pc:sldMk cId="1459555387" sldId="290"/>
            <ac:grpSpMk id="4" creationId="{63577A4A-08A9-5D1F-5E38-E54471183222}"/>
          </ac:grpSpMkLst>
        </pc:grpChg>
        <pc:grpChg chg="mod">
          <ac:chgData name="amy mitchell" userId="d2560a8533802aba" providerId="LiveId" clId="{46EE2B42-F1F5-434C-AADA-C75A06C08FE1}" dt="2025-06-13T01:57:42.101" v="439"/>
          <ac:grpSpMkLst>
            <pc:docMk/>
            <pc:sldMk cId="1459555387" sldId="290"/>
            <ac:grpSpMk id="8" creationId="{E2B955FA-FA6E-44BD-B533-E8E543E16C74}"/>
          </ac:grpSpMkLst>
        </pc:grpChg>
        <pc:graphicFrameChg chg="mod">
          <ac:chgData name="amy mitchell" userId="d2560a8533802aba" providerId="LiveId" clId="{46EE2B42-F1F5-434C-AADA-C75A06C08FE1}" dt="2025-06-13T01:57:53.517" v="444" actId="1035"/>
          <ac:graphicFrameMkLst>
            <pc:docMk/>
            <pc:sldMk cId="1459555387" sldId="290"/>
            <ac:graphicFrameMk id="2" creationId="{D0D1C0F5-7A6F-3427-8286-F0414E682B70}"/>
          </ac:graphicFrameMkLst>
        </pc:graphicFrameChg>
        <pc:picChg chg="mod">
          <ac:chgData name="amy mitchell" userId="d2560a8533802aba" providerId="LiveId" clId="{46EE2B42-F1F5-434C-AADA-C75A06C08FE1}" dt="2025-06-13T01:57:38.626" v="438" actId="1076"/>
          <ac:picMkLst>
            <pc:docMk/>
            <pc:sldMk cId="1459555387" sldId="290"/>
            <ac:picMk id="6" creationId="{3B3363AA-310F-98F9-720F-A5A1F323A25C}"/>
          </ac:picMkLst>
        </pc:picChg>
      </pc:sldChg>
      <pc:sldChg chg="addSp modSp add mod setBg">
        <pc:chgData name="amy mitchell" userId="d2560a8533802aba" providerId="LiveId" clId="{46EE2B42-F1F5-434C-AADA-C75A06C08FE1}" dt="2025-06-13T01:55:45.364" v="429" actId="1076"/>
        <pc:sldMkLst>
          <pc:docMk/>
          <pc:sldMk cId="4214714810" sldId="292"/>
        </pc:sldMkLst>
        <pc:spChg chg="add mod">
          <ac:chgData name="amy mitchell" userId="d2560a8533802aba" providerId="LiveId" clId="{46EE2B42-F1F5-434C-AADA-C75A06C08FE1}" dt="2025-06-13T01:54:18.038" v="423" actId="404"/>
          <ac:spMkLst>
            <pc:docMk/>
            <pc:sldMk cId="4214714810" sldId="292"/>
            <ac:spMk id="7" creationId="{C0B25C5A-5E2A-E0F9-02C9-72030EA9DC16}"/>
          </ac:spMkLst>
        </pc:spChg>
        <pc:spChg chg="add mod">
          <ac:chgData name="amy mitchell" userId="d2560a8533802aba" providerId="LiveId" clId="{46EE2B42-F1F5-434C-AADA-C75A06C08FE1}" dt="2025-06-13T01:55:34.953" v="428" actId="1076"/>
          <ac:spMkLst>
            <pc:docMk/>
            <pc:sldMk cId="4214714810" sldId="292"/>
            <ac:spMk id="9" creationId="{A778FCBF-1DA0-0624-6110-BF0EC9B284E1}"/>
          </ac:spMkLst>
        </pc:spChg>
        <pc:spChg chg="add mod">
          <ac:chgData name="amy mitchell" userId="d2560a8533802aba" providerId="LiveId" clId="{46EE2B42-F1F5-434C-AADA-C75A06C08FE1}" dt="2025-06-13T01:54:18.038" v="423" actId="404"/>
          <ac:spMkLst>
            <pc:docMk/>
            <pc:sldMk cId="4214714810" sldId="292"/>
            <ac:spMk id="11" creationId="{3340806B-4DFB-BEF7-4174-05758E869BDC}"/>
          </ac:spMkLst>
        </pc:spChg>
        <pc:spChg chg="add mod">
          <ac:chgData name="amy mitchell" userId="d2560a8533802aba" providerId="LiveId" clId="{46EE2B42-F1F5-434C-AADA-C75A06C08FE1}" dt="2025-06-13T01:54:18.038" v="423" actId="404"/>
          <ac:spMkLst>
            <pc:docMk/>
            <pc:sldMk cId="4214714810" sldId="292"/>
            <ac:spMk id="12" creationId="{2481D752-9657-177D-41C9-5A2C8CBCDC46}"/>
          </ac:spMkLst>
        </pc:spChg>
        <pc:grpChg chg="add mod">
          <ac:chgData name="amy mitchell" userId="d2560a8533802aba" providerId="LiveId" clId="{46EE2B42-F1F5-434C-AADA-C75A06C08FE1}" dt="2025-06-13T01:54:00.562" v="415" actId="164"/>
          <ac:grpSpMkLst>
            <pc:docMk/>
            <pc:sldMk cId="4214714810" sldId="292"/>
            <ac:grpSpMk id="3" creationId="{C26E2A20-53D0-3428-4F43-B9AF3E48C246}"/>
          </ac:grpSpMkLst>
        </pc:grpChg>
        <pc:grpChg chg="add mod">
          <ac:chgData name="amy mitchell" userId="d2560a8533802aba" providerId="LiveId" clId="{46EE2B42-F1F5-434C-AADA-C75A06C08FE1}" dt="2025-06-13T01:54:00.562" v="415" actId="164"/>
          <ac:grpSpMkLst>
            <pc:docMk/>
            <pc:sldMk cId="4214714810" sldId="292"/>
            <ac:grpSpMk id="5" creationId="{7454F388-6BBB-B342-4ED2-CD09BE8372EF}"/>
          </ac:grpSpMkLst>
        </pc:grpChg>
        <pc:grpChg chg="add mod">
          <ac:chgData name="amy mitchell" userId="d2560a8533802aba" providerId="LiveId" clId="{46EE2B42-F1F5-434C-AADA-C75A06C08FE1}" dt="2025-06-13T01:55:45.364" v="429" actId="1076"/>
          <ac:grpSpMkLst>
            <pc:docMk/>
            <pc:sldMk cId="4214714810" sldId="292"/>
            <ac:grpSpMk id="13" creationId="{CF6245F3-0FFE-89A1-4F99-F0707E2B1E9C}"/>
          </ac:grpSpMkLst>
        </pc:grpChg>
      </pc:sldChg>
      <pc:sldChg chg="addSp delSp modSp new mod setBg modClrScheme chgLayout">
        <pc:chgData name="amy mitchell" userId="d2560a8533802aba" providerId="LiveId" clId="{46EE2B42-F1F5-434C-AADA-C75A06C08FE1}" dt="2025-06-13T01:51:18.186" v="392" actId="403"/>
        <pc:sldMkLst>
          <pc:docMk/>
          <pc:sldMk cId="956502816" sldId="293"/>
        </pc:sldMkLst>
        <pc:spChg chg="add mod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2" creationId="{EB228524-9B55-5B08-5214-2C0DEAD57C95}"/>
          </ac:spMkLst>
        </pc:spChg>
        <pc:spChg chg="add del mod">
          <ac:chgData name="amy mitchell" userId="d2560a8533802aba" providerId="LiveId" clId="{46EE2B42-F1F5-434C-AADA-C75A06C08FE1}" dt="2025-06-13T01:49:26.874" v="349" actId="26606"/>
          <ac:spMkLst>
            <pc:docMk/>
            <pc:sldMk cId="956502816" sldId="293"/>
            <ac:spMk id="3" creationId="{DB1DC21F-E2C6-87D7-98AA-25E2F3D769DF}"/>
          </ac:spMkLst>
        </pc:spChg>
        <pc:spChg chg="add mod">
          <ac:chgData name="amy mitchell" userId="d2560a8533802aba" providerId="LiveId" clId="{46EE2B42-F1F5-434C-AADA-C75A06C08FE1}" dt="2025-06-13T01:50:57.043" v="388"/>
          <ac:spMkLst>
            <pc:docMk/>
            <pc:sldMk cId="956502816" sldId="293"/>
            <ac:spMk id="8" creationId="{0157E8AE-DA7D-7B4E-8D7F-290E2ECF65AD}"/>
          </ac:spMkLst>
        </pc:spChg>
        <pc:spChg chg="add del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9" creationId="{BACC6370-2D7E-4714-9D71-7542949D7D5D}"/>
          </ac:spMkLst>
        </pc:spChg>
        <pc:spChg chg="add del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11" creationId="{F68B3F68-107C-434F-AA38-110D5EA91B85}"/>
          </ac:spMkLst>
        </pc:spChg>
        <pc:spChg chg="add del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13" creationId="{AAD0DBB9-1A4B-4391-81D4-CB19F9AB918A}"/>
          </ac:spMkLst>
        </pc:spChg>
        <pc:spChg chg="add del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15" creationId="{063BBA22-50EA-4C4D-BE05-F1CE4E63AA56}"/>
          </ac:spMkLst>
        </pc:spChg>
        <pc:spChg chg="add">
          <ac:chgData name="amy mitchell" userId="d2560a8533802aba" providerId="LiveId" clId="{46EE2B42-F1F5-434C-AADA-C75A06C08FE1}" dt="2025-06-13T01:50:22.871" v="383" actId="26606"/>
          <ac:spMkLst>
            <pc:docMk/>
            <pc:sldMk cId="956502816" sldId="293"/>
            <ac:spMk id="21" creationId="{715B9334-3E03-4CA7-3616-4D3C9DC2C7DE}"/>
          </ac:spMkLst>
        </pc:spChg>
        <pc:graphicFrameChg chg="add del">
          <ac:chgData name="amy mitchell" userId="d2560a8533802aba" providerId="LiveId" clId="{46EE2B42-F1F5-434C-AADA-C75A06C08FE1}" dt="2025-06-13T01:50:22.871" v="383" actId="26606"/>
          <ac:graphicFrameMkLst>
            <pc:docMk/>
            <pc:sldMk cId="956502816" sldId="293"/>
            <ac:graphicFrameMk id="5" creationId="{5557BDA9-073F-8F10-9902-46FCE66436D0}"/>
          </ac:graphicFrameMkLst>
        </pc:graphicFrameChg>
        <pc:graphicFrameChg chg="add modGraphic">
          <ac:chgData name="amy mitchell" userId="d2560a8533802aba" providerId="LiveId" clId="{46EE2B42-F1F5-434C-AADA-C75A06C08FE1}" dt="2025-06-13T01:51:18.186" v="392" actId="403"/>
          <ac:graphicFrameMkLst>
            <pc:docMk/>
            <pc:sldMk cId="956502816" sldId="293"/>
            <ac:graphicFrameMk id="17" creationId="{F98C9657-5CF6-CC56-B1E7-5B1CFEB7BDC2}"/>
          </ac:graphicFrameMkLst>
        </pc:graphicFrameChg>
        <pc:picChg chg="add mod">
          <ac:chgData name="amy mitchell" userId="d2560a8533802aba" providerId="LiveId" clId="{46EE2B42-F1F5-434C-AADA-C75A06C08FE1}" dt="2025-06-13T01:50:42.557" v="386" actId="1076"/>
          <ac:picMkLst>
            <pc:docMk/>
            <pc:sldMk cId="956502816" sldId="293"/>
            <ac:picMk id="4" creationId="{C50C6201-8FBD-9161-3755-8B4BB72A93F2}"/>
          </ac:picMkLst>
        </pc:picChg>
        <pc:picChg chg="add mod">
          <ac:chgData name="amy mitchell" userId="d2560a8533802aba" providerId="LiveId" clId="{46EE2B42-F1F5-434C-AADA-C75A06C08FE1}" dt="2025-06-13T01:50:57.043" v="388"/>
          <ac:picMkLst>
            <pc:docMk/>
            <pc:sldMk cId="956502816" sldId="293"/>
            <ac:picMk id="6" creationId="{FF1FA994-0829-198C-0F89-06043F5B747A}"/>
          </ac:picMkLst>
        </pc:picChg>
      </pc:sldChg>
      <pc:sldChg chg="delSp add del setBg delDesignElem">
        <pc:chgData name="amy mitchell" userId="d2560a8533802aba" providerId="LiveId" clId="{46EE2B42-F1F5-434C-AADA-C75A06C08FE1}" dt="2025-06-13T02:06:00.356" v="529" actId="47"/>
        <pc:sldMkLst>
          <pc:docMk/>
          <pc:sldMk cId="2990220797" sldId="310"/>
        </pc:sldMkLst>
        <pc:spChg chg="del">
          <ac:chgData name="amy mitchell" userId="d2560a8533802aba" providerId="LiveId" clId="{46EE2B42-F1F5-434C-AADA-C75A06C08FE1}" dt="2025-06-13T01:59:14.333" v="446"/>
          <ac:spMkLst>
            <pc:docMk/>
            <pc:sldMk cId="2990220797" sldId="310"/>
            <ac:spMk id="10" creationId="{B50AB553-2A96-4A92-96F2-93548E096954}"/>
          </ac:spMkLst>
        </pc:spChg>
      </pc:sldChg>
      <pc:sldChg chg="add del setBg">
        <pc:chgData name="amy mitchell" userId="d2560a8533802aba" providerId="LiveId" clId="{46EE2B42-F1F5-434C-AADA-C75A06C08FE1}" dt="2025-06-13T02:06:09.093" v="530" actId="47"/>
        <pc:sldMkLst>
          <pc:docMk/>
          <pc:sldMk cId="1105938378" sldId="313"/>
        </pc:sldMkLst>
      </pc:sldChg>
      <pc:sldChg chg="addSp delSp modSp add mod ord">
        <pc:chgData name="amy mitchell" userId="d2560a8533802aba" providerId="LiveId" clId="{46EE2B42-F1F5-434C-AADA-C75A06C08FE1}" dt="2025-06-13T02:17:20.866" v="805" actId="1076"/>
        <pc:sldMkLst>
          <pc:docMk/>
          <pc:sldMk cId="4216330288" sldId="314"/>
        </pc:sldMkLst>
        <pc:spChg chg="add mod">
          <ac:chgData name="amy mitchell" userId="d2560a8533802aba" providerId="LiveId" clId="{46EE2B42-F1F5-434C-AADA-C75A06C08FE1}" dt="2025-06-13T02:13:21.537" v="640" actId="14100"/>
          <ac:spMkLst>
            <pc:docMk/>
            <pc:sldMk cId="4216330288" sldId="314"/>
            <ac:spMk id="2" creationId="{D31EC91C-DF61-0194-E9FB-2CEBF7FB4D34}"/>
          </ac:spMkLst>
        </pc:spChg>
        <pc:spChg chg="mod">
          <ac:chgData name="amy mitchell" userId="d2560a8533802aba" providerId="LiveId" clId="{46EE2B42-F1F5-434C-AADA-C75A06C08FE1}" dt="2025-06-13T02:17:20.866" v="805" actId="1076"/>
          <ac:spMkLst>
            <pc:docMk/>
            <pc:sldMk cId="4216330288" sldId="314"/>
            <ac:spMk id="3" creationId="{5878130E-ED06-3117-24D9-8238FC44799D}"/>
          </ac:spMkLst>
        </pc:spChg>
        <pc:spChg chg="add mod">
          <ac:chgData name="amy mitchell" userId="d2560a8533802aba" providerId="LiveId" clId="{46EE2B42-F1F5-434C-AADA-C75A06C08FE1}" dt="2025-06-13T02:15:17.464" v="665" actId="404"/>
          <ac:spMkLst>
            <pc:docMk/>
            <pc:sldMk cId="4216330288" sldId="314"/>
            <ac:spMk id="7" creationId="{FECA8322-A01E-DEB0-66A3-4361900C2DA1}"/>
          </ac:spMkLst>
        </pc:spChg>
        <pc:spChg chg="add mod">
          <ac:chgData name="amy mitchell" userId="d2560a8533802aba" providerId="LiveId" clId="{46EE2B42-F1F5-434C-AADA-C75A06C08FE1}" dt="2025-06-13T02:15:17.464" v="665" actId="404"/>
          <ac:spMkLst>
            <pc:docMk/>
            <pc:sldMk cId="4216330288" sldId="314"/>
            <ac:spMk id="8" creationId="{5F536F31-DF4F-C722-3A5B-7B968F6FEFEC}"/>
          </ac:spMkLst>
        </pc:spChg>
        <pc:spChg chg="add mod">
          <ac:chgData name="amy mitchell" userId="d2560a8533802aba" providerId="LiveId" clId="{46EE2B42-F1F5-434C-AADA-C75A06C08FE1}" dt="2025-06-13T02:15:17.464" v="665" actId="404"/>
          <ac:spMkLst>
            <pc:docMk/>
            <pc:sldMk cId="4216330288" sldId="314"/>
            <ac:spMk id="9" creationId="{62EA6B25-9B32-F79B-6B7C-A900F02989F1}"/>
          </ac:spMkLst>
        </pc:spChg>
        <pc:spChg chg="add mod">
          <ac:chgData name="amy mitchell" userId="d2560a8533802aba" providerId="LiveId" clId="{46EE2B42-F1F5-434C-AADA-C75A06C08FE1}" dt="2025-06-13T02:15:17.464" v="665" actId="404"/>
          <ac:spMkLst>
            <pc:docMk/>
            <pc:sldMk cId="4216330288" sldId="314"/>
            <ac:spMk id="10" creationId="{8F89324B-92BA-7E28-1E68-82A4A0FEFEF6}"/>
          </ac:spMkLst>
        </pc:spChg>
        <pc:spChg chg="add mod">
          <ac:chgData name="amy mitchell" userId="d2560a8533802aba" providerId="LiveId" clId="{46EE2B42-F1F5-434C-AADA-C75A06C08FE1}" dt="2025-06-13T02:16:38.571" v="799" actId="1038"/>
          <ac:spMkLst>
            <pc:docMk/>
            <pc:sldMk cId="4216330288" sldId="314"/>
            <ac:spMk id="13" creationId="{D08E56FD-7138-DAEC-3DDA-80BAADFCE974}"/>
          </ac:spMkLst>
        </pc:spChg>
        <pc:grpChg chg="add mod">
          <ac:chgData name="amy mitchell" userId="d2560a8533802aba" providerId="LiveId" clId="{46EE2B42-F1F5-434C-AADA-C75A06C08FE1}" dt="2025-06-13T02:14:18.050" v="654" actId="164"/>
          <ac:grpSpMkLst>
            <pc:docMk/>
            <pc:sldMk cId="4216330288" sldId="314"/>
            <ac:grpSpMk id="5" creationId="{86CB4431-40FB-FA7E-880F-EC8A61B141B5}"/>
          </ac:grpSpMkLst>
        </pc:grpChg>
        <pc:grpChg chg="add mod">
          <ac:chgData name="amy mitchell" userId="d2560a8533802aba" providerId="LiveId" clId="{46EE2B42-F1F5-434C-AADA-C75A06C08FE1}" dt="2025-06-13T02:14:18.050" v="654" actId="164"/>
          <ac:grpSpMkLst>
            <pc:docMk/>
            <pc:sldMk cId="4216330288" sldId="314"/>
            <ac:grpSpMk id="6" creationId="{D256A8AE-758C-8589-7FBA-0C224BDE70E6}"/>
          </ac:grpSpMkLst>
        </pc:grpChg>
        <pc:grpChg chg="add mod">
          <ac:chgData name="amy mitchell" userId="d2560a8533802aba" providerId="LiveId" clId="{46EE2B42-F1F5-434C-AADA-C75A06C08FE1}" dt="2025-06-13T02:15:36.820" v="667" actId="1076"/>
          <ac:grpSpMkLst>
            <pc:docMk/>
            <pc:sldMk cId="4216330288" sldId="314"/>
            <ac:grpSpMk id="11" creationId="{8209E7CF-D3ED-7295-D4F1-95E908F5184A}"/>
          </ac:grpSpMkLst>
        </pc:grpChg>
        <pc:graphicFrameChg chg="del mod modGraphic">
          <ac:chgData name="amy mitchell" userId="d2560a8533802aba" providerId="LiveId" clId="{46EE2B42-F1F5-434C-AADA-C75A06C08FE1}" dt="2025-06-13T02:17:09.845" v="802" actId="478"/>
          <ac:graphicFrameMkLst>
            <pc:docMk/>
            <pc:sldMk cId="4216330288" sldId="314"/>
            <ac:graphicFrameMk id="4" creationId="{0D53930D-C3E4-8B24-DC7E-2EC9E31E2999}"/>
          </ac:graphicFrameMkLst>
        </pc:graphicFrameChg>
        <pc:graphicFrameChg chg="add mod">
          <ac:chgData name="amy mitchell" userId="d2560a8533802aba" providerId="LiveId" clId="{46EE2B42-F1F5-434C-AADA-C75A06C08FE1}" dt="2025-06-13T02:17:10.766" v="803"/>
          <ac:graphicFrameMkLst>
            <pc:docMk/>
            <pc:sldMk cId="4216330288" sldId="314"/>
            <ac:graphicFrameMk id="14" creationId="{5F156BE2-97A2-FDAA-49E5-0102B66E346C}"/>
          </ac:graphicFrameMkLst>
        </pc:graphicFrameChg>
        <pc:picChg chg="add mod">
          <ac:chgData name="amy mitchell" userId="d2560a8533802aba" providerId="LiveId" clId="{46EE2B42-F1F5-434C-AADA-C75A06C08FE1}" dt="2025-06-13T02:16:38.571" v="799" actId="1038"/>
          <ac:picMkLst>
            <pc:docMk/>
            <pc:sldMk cId="4216330288" sldId="314"/>
            <ac:picMk id="12" creationId="{4618310C-0DE8-6AFD-7398-D775C39481CF}"/>
          </ac:picMkLst>
        </pc:picChg>
      </pc:sldChg>
      <pc:sldChg chg="addSp modSp add mod">
        <pc:chgData name="amy mitchell" userId="d2560a8533802aba" providerId="LiveId" clId="{46EE2B42-F1F5-434C-AADA-C75A06C08FE1}" dt="2025-06-13T02:16:22.962" v="718" actId="1038"/>
        <pc:sldMkLst>
          <pc:docMk/>
          <pc:sldMk cId="1304284459" sldId="315"/>
        </pc:sldMkLst>
        <pc:spChg chg="add mod">
          <ac:chgData name="amy mitchell" userId="d2560a8533802aba" providerId="LiveId" clId="{46EE2B42-F1F5-434C-AADA-C75A06C08FE1}" dt="2025-06-13T02:12:56.019" v="633" actId="1076"/>
          <ac:spMkLst>
            <pc:docMk/>
            <pc:sldMk cId="1304284459" sldId="315"/>
            <ac:spMk id="2" creationId="{C52A15EF-7EAE-3B75-C15A-8C806D888936}"/>
          </ac:spMkLst>
        </pc:spChg>
        <pc:spChg chg="mod">
          <ac:chgData name="amy mitchell" userId="d2560a8533802aba" providerId="LiveId" clId="{46EE2B42-F1F5-434C-AADA-C75A06C08FE1}" dt="2025-06-13T02:12:48.053" v="631" actId="1076"/>
          <ac:spMkLst>
            <pc:docMk/>
            <pc:sldMk cId="1304284459" sldId="315"/>
            <ac:spMk id="3" creationId="{5878130E-ED06-3117-24D9-8238FC44799D}"/>
          </ac:spMkLst>
        </pc:spChg>
        <pc:spChg chg="mod">
          <ac:chgData name="amy mitchell" userId="d2560a8533802aba" providerId="LiveId" clId="{46EE2B42-F1F5-434C-AADA-C75A06C08FE1}" dt="2025-06-13T02:15:45.117" v="668"/>
          <ac:spMkLst>
            <pc:docMk/>
            <pc:sldMk cId="1304284459" sldId="315"/>
            <ac:spMk id="8" creationId="{9F588F1D-3B16-CEED-7177-9B376ACECBD4}"/>
          </ac:spMkLst>
        </pc:spChg>
        <pc:spChg chg="mod">
          <ac:chgData name="amy mitchell" userId="d2560a8533802aba" providerId="LiveId" clId="{46EE2B42-F1F5-434C-AADA-C75A06C08FE1}" dt="2025-06-13T02:15:45.117" v="668"/>
          <ac:spMkLst>
            <pc:docMk/>
            <pc:sldMk cId="1304284459" sldId="315"/>
            <ac:spMk id="9" creationId="{FA383FDB-D9B8-39BE-523B-FBBDADBFAB7E}"/>
          </ac:spMkLst>
        </pc:spChg>
        <pc:spChg chg="mod">
          <ac:chgData name="amy mitchell" userId="d2560a8533802aba" providerId="LiveId" clId="{46EE2B42-F1F5-434C-AADA-C75A06C08FE1}" dt="2025-06-13T02:15:45.117" v="668"/>
          <ac:spMkLst>
            <pc:docMk/>
            <pc:sldMk cId="1304284459" sldId="315"/>
            <ac:spMk id="10" creationId="{DC8ECE88-DD51-817D-D04D-571270280DCB}"/>
          </ac:spMkLst>
        </pc:spChg>
        <pc:spChg chg="mod">
          <ac:chgData name="amy mitchell" userId="d2560a8533802aba" providerId="LiveId" clId="{46EE2B42-F1F5-434C-AADA-C75A06C08FE1}" dt="2025-06-13T02:15:45.117" v="668"/>
          <ac:spMkLst>
            <pc:docMk/>
            <pc:sldMk cId="1304284459" sldId="315"/>
            <ac:spMk id="11" creationId="{EA6AEEDE-15D4-2DC6-CA79-8EA7280610A0}"/>
          </ac:spMkLst>
        </pc:spChg>
        <pc:spChg chg="add mod">
          <ac:chgData name="amy mitchell" userId="d2560a8533802aba" providerId="LiveId" clId="{46EE2B42-F1F5-434C-AADA-C75A06C08FE1}" dt="2025-06-13T02:16:22.962" v="718" actId="1038"/>
          <ac:spMkLst>
            <pc:docMk/>
            <pc:sldMk cId="1304284459" sldId="315"/>
            <ac:spMk id="13" creationId="{74C35B75-FD66-F173-D4B8-349E8699C72E}"/>
          </ac:spMkLst>
        </pc:spChg>
        <pc:grpChg chg="add mod">
          <ac:chgData name="amy mitchell" userId="d2560a8533802aba" providerId="LiveId" clId="{46EE2B42-F1F5-434C-AADA-C75A06C08FE1}" dt="2025-06-13T02:15:45.117" v="668"/>
          <ac:grpSpMkLst>
            <pc:docMk/>
            <pc:sldMk cId="1304284459" sldId="315"/>
            <ac:grpSpMk id="5" creationId="{63E589F6-8E3A-9B31-2A1F-A5438A99DD99}"/>
          </ac:grpSpMkLst>
        </pc:grpChg>
        <pc:grpChg chg="mod">
          <ac:chgData name="amy mitchell" userId="d2560a8533802aba" providerId="LiveId" clId="{46EE2B42-F1F5-434C-AADA-C75A06C08FE1}" dt="2025-06-13T02:15:45.117" v="668"/>
          <ac:grpSpMkLst>
            <pc:docMk/>
            <pc:sldMk cId="1304284459" sldId="315"/>
            <ac:grpSpMk id="6" creationId="{55C6BA71-E873-4B7E-2A7E-9C6018495281}"/>
          </ac:grpSpMkLst>
        </pc:grpChg>
        <pc:grpChg chg="mod">
          <ac:chgData name="amy mitchell" userId="d2560a8533802aba" providerId="LiveId" clId="{46EE2B42-F1F5-434C-AADA-C75A06C08FE1}" dt="2025-06-13T02:15:45.117" v="668"/>
          <ac:grpSpMkLst>
            <pc:docMk/>
            <pc:sldMk cId="1304284459" sldId="315"/>
            <ac:grpSpMk id="7" creationId="{2F11C029-5CA2-E7FB-AA23-EEBCC9D44F8F}"/>
          </ac:grpSpMkLst>
        </pc:grpChg>
        <pc:graphicFrameChg chg="mod modGraphic">
          <ac:chgData name="amy mitchell" userId="d2560a8533802aba" providerId="LiveId" clId="{46EE2B42-F1F5-434C-AADA-C75A06C08FE1}" dt="2025-06-13T02:15:59.762" v="673" actId="1036"/>
          <ac:graphicFrameMkLst>
            <pc:docMk/>
            <pc:sldMk cId="1304284459" sldId="315"/>
            <ac:graphicFrameMk id="4" creationId="{0D53930D-C3E4-8B24-DC7E-2EC9E31E2999}"/>
          </ac:graphicFrameMkLst>
        </pc:graphicFrameChg>
        <pc:picChg chg="add mod">
          <ac:chgData name="amy mitchell" userId="d2560a8533802aba" providerId="LiveId" clId="{46EE2B42-F1F5-434C-AADA-C75A06C08FE1}" dt="2025-06-13T02:16:22.962" v="718" actId="1038"/>
          <ac:picMkLst>
            <pc:docMk/>
            <pc:sldMk cId="1304284459" sldId="315"/>
            <ac:picMk id="12" creationId="{D2100125-9B60-F440-C428-AFF4187AC12E}"/>
          </ac:picMkLst>
        </pc:picChg>
      </pc:sldChg>
      <pc:sldChg chg="addSp delSp modSp add mod">
        <pc:chgData name="amy mitchell" userId="d2560a8533802aba" providerId="LiveId" clId="{46EE2B42-F1F5-434C-AADA-C75A06C08FE1}" dt="2025-06-13T02:16:28.066" v="758" actId="1038"/>
        <pc:sldMkLst>
          <pc:docMk/>
          <pc:sldMk cId="1858033286" sldId="316"/>
        </pc:sldMkLst>
        <pc:spChg chg="mod">
          <ac:chgData name="amy mitchell" userId="d2560a8533802aba" providerId="LiveId" clId="{46EE2B42-F1F5-434C-AADA-C75A06C08FE1}" dt="2025-06-13T02:12:04.599" v="624" actId="1076"/>
          <ac:spMkLst>
            <pc:docMk/>
            <pc:sldMk cId="1858033286" sldId="316"/>
            <ac:spMk id="3" creationId="{4BB6D9BC-A3A1-DC78-449C-7907858D9263}"/>
          </ac:spMkLst>
        </pc:spChg>
        <pc:spChg chg="add mod">
          <ac:chgData name="amy mitchell" userId="d2560a8533802aba" providerId="LiveId" clId="{46EE2B42-F1F5-434C-AADA-C75A06C08FE1}" dt="2025-06-13T02:12:36.521" v="629" actId="403"/>
          <ac:spMkLst>
            <pc:docMk/>
            <pc:sldMk cId="1858033286" sldId="316"/>
            <ac:spMk id="5" creationId="{E1EE3ACF-519F-C434-5576-085803E07B12}"/>
          </ac:spMkLst>
        </pc:spChg>
        <pc:spChg chg="mod">
          <ac:chgData name="amy mitchell" userId="d2560a8533802aba" providerId="LiveId" clId="{46EE2B42-F1F5-434C-AADA-C75A06C08FE1}" dt="2025-06-13T02:15:47.665" v="669"/>
          <ac:spMkLst>
            <pc:docMk/>
            <pc:sldMk cId="1858033286" sldId="316"/>
            <ac:spMk id="9" creationId="{8F25AD87-C0B6-6548-D1C0-2F4C1AA6574C}"/>
          </ac:spMkLst>
        </pc:spChg>
        <pc:spChg chg="mod">
          <ac:chgData name="amy mitchell" userId="d2560a8533802aba" providerId="LiveId" clId="{46EE2B42-F1F5-434C-AADA-C75A06C08FE1}" dt="2025-06-13T02:15:47.665" v="669"/>
          <ac:spMkLst>
            <pc:docMk/>
            <pc:sldMk cId="1858033286" sldId="316"/>
            <ac:spMk id="10" creationId="{8A91561A-8A24-2AE4-427E-B8002968526D}"/>
          </ac:spMkLst>
        </pc:spChg>
        <pc:spChg chg="mod">
          <ac:chgData name="amy mitchell" userId="d2560a8533802aba" providerId="LiveId" clId="{46EE2B42-F1F5-434C-AADA-C75A06C08FE1}" dt="2025-06-13T02:15:47.665" v="669"/>
          <ac:spMkLst>
            <pc:docMk/>
            <pc:sldMk cId="1858033286" sldId="316"/>
            <ac:spMk id="11" creationId="{A7DE5BF2-F97C-C2D6-8666-3A7E6E443CE3}"/>
          </ac:spMkLst>
        </pc:spChg>
        <pc:spChg chg="mod">
          <ac:chgData name="amy mitchell" userId="d2560a8533802aba" providerId="LiveId" clId="{46EE2B42-F1F5-434C-AADA-C75A06C08FE1}" dt="2025-06-13T02:15:47.665" v="669"/>
          <ac:spMkLst>
            <pc:docMk/>
            <pc:sldMk cId="1858033286" sldId="316"/>
            <ac:spMk id="12" creationId="{E448D113-38D9-6EE8-8847-2B5BD3887FA9}"/>
          </ac:spMkLst>
        </pc:spChg>
        <pc:spChg chg="add mod">
          <ac:chgData name="amy mitchell" userId="d2560a8533802aba" providerId="LiveId" clId="{46EE2B42-F1F5-434C-AADA-C75A06C08FE1}" dt="2025-06-13T02:16:28.066" v="758" actId="1038"/>
          <ac:spMkLst>
            <pc:docMk/>
            <pc:sldMk cId="1858033286" sldId="316"/>
            <ac:spMk id="14" creationId="{F1DE9696-6D1A-6F40-46A6-7279BB92FC35}"/>
          </ac:spMkLst>
        </pc:spChg>
        <pc:grpChg chg="add mod">
          <ac:chgData name="amy mitchell" userId="d2560a8533802aba" providerId="LiveId" clId="{46EE2B42-F1F5-434C-AADA-C75A06C08FE1}" dt="2025-06-13T02:15:47.665" v="669"/>
          <ac:grpSpMkLst>
            <pc:docMk/>
            <pc:sldMk cId="1858033286" sldId="316"/>
            <ac:grpSpMk id="6" creationId="{07CD759F-25FC-191C-50AC-640DBEA373E6}"/>
          </ac:grpSpMkLst>
        </pc:grpChg>
        <pc:grpChg chg="mod">
          <ac:chgData name="amy mitchell" userId="d2560a8533802aba" providerId="LiveId" clId="{46EE2B42-F1F5-434C-AADA-C75A06C08FE1}" dt="2025-06-13T02:15:47.665" v="669"/>
          <ac:grpSpMkLst>
            <pc:docMk/>
            <pc:sldMk cId="1858033286" sldId="316"/>
            <ac:grpSpMk id="7" creationId="{0CC0281C-56B4-16AB-AD8D-F44E089DCBE7}"/>
          </ac:grpSpMkLst>
        </pc:grpChg>
        <pc:grpChg chg="mod">
          <ac:chgData name="amy mitchell" userId="d2560a8533802aba" providerId="LiveId" clId="{46EE2B42-F1F5-434C-AADA-C75A06C08FE1}" dt="2025-06-13T02:15:47.665" v="669"/>
          <ac:grpSpMkLst>
            <pc:docMk/>
            <pc:sldMk cId="1858033286" sldId="316"/>
            <ac:grpSpMk id="8" creationId="{5F17C620-1881-8153-98B8-C6350BD4C490}"/>
          </ac:grpSpMkLst>
        </pc:grpChg>
        <pc:graphicFrameChg chg="add mod">
          <ac:chgData name="amy mitchell" userId="d2560a8533802aba" providerId="LiveId" clId="{46EE2B42-F1F5-434C-AADA-C75A06C08FE1}" dt="2025-06-13T02:11:56.106" v="622"/>
          <ac:graphicFrameMkLst>
            <pc:docMk/>
            <pc:sldMk cId="1858033286" sldId="316"/>
            <ac:graphicFrameMk id="2" creationId="{E02CAEBC-DFD1-7A52-1BCE-835AE7600F73}"/>
          </ac:graphicFrameMkLst>
        </pc:graphicFrameChg>
        <pc:graphicFrameChg chg="del mod">
          <ac:chgData name="amy mitchell" userId="d2560a8533802aba" providerId="LiveId" clId="{46EE2B42-F1F5-434C-AADA-C75A06C08FE1}" dt="2025-06-13T02:11:46.134" v="621" actId="478"/>
          <ac:graphicFrameMkLst>
            <pc:docMk/>
            <pc:sldMk cId="1858033286" sldId="316"/>
            <ac:graphicFrameMk id="4" creationId="{F601A770-AEDA-3A4F-A5B5-5BCFEA83F3D3}"/>
          </ac:graphicFrameMkLst>
        </pc:graphicFrameChg>
        <pc:picChg chg="add mod">
          <ac:chgData name="amy mitchell" userId="d2560a8533802aba" providerId="LiveId" clId="{46EE2B42-F1F5-434C-AADA-C75A06C08FE1}" dt="2025-06-13T02:16:28.066" v="758" actId="1038"/>
          <ac:picMkLst>
            <pc:docMk/>
            <pc:sldMk cId="1858033286" sldId="316"/>
            <ac:picMk id="13" creationId="{7C570EA0-A24D-D586-1DF3-D0D8BAC2F273}"/>
          </ac:picMkLst>
        </pc:picChg>
      </pc:sldChg>
      <pc:sldChg chg="delSp modSp add mod setBg delDesignElem">
        <pc:chgData name="amy mitchell" userId="d2560a8533802aba" providerId="LiveId" clId="{46EE2B42-F1F5-434C-AADA-C75A06C08FE1}" dt="2025-06-13T02:21:41.746" v="921" actId="20577"/>
        <pc:sldMkLst>
          <pc:docMk/>
          <pc:sldMk cId="1178713562" sldId="322"/>
        </pc:sldMkLst>
        <pc:spChg chg="mod">
          <ac:chgData name="amy mitchell" userId="d2560a8533802aba" providerId="LiveId" clId="{46EE2B42-F1F5-434C-AADA-C75A06C08FE1}" dt="2025-06-13T02:21:41.746" v="921" actId="20577"/>
          <ac:spMkLst>
            <pc:docMk/>
            <pc:sldMk cId="1178713562" sldId="322"/>
            <ac:spMk id="10" creationId="{8A2EC582-8136-4F68-E5A0-497321AF5A1A}"/>
          </ac:spMkLst>
        </pc:spChg>
        <pc:cxnChg chg="del">
          <ac:chgData name="amy mitchell" userId="d2560a8533802aba" providerId="LiveId" clId="{46EE2B42-F1F5-434C-AADA-C75A06C08FE1}" dt="2025-06-13T02:17:51.363" v="807"/>
          <ac:cxnSpMkLst>
            <pc:docMk/>
            <pc:sldMk cId="1178713562" sldId="322"/>
            <ac:cxnSpMk id="98" creationId="{DC034BB4-8B50-4484-85C4-0CE4699284D7}"/>
          </ac:cxnSpMkLst>
        </pc:cxnChg>
        <pc:cxnChg chg="del">
          <ac:chgData name="amy mitchell" userId="d2560a8533802aba" providerId="LiveId" clId="{46EE2B42-F1F5-434C-AADA-C75A06C08FE1}" dt="2025-06-13T02:17:51.363" v="807"/>
          <ac:cxnSpMkLst>
            <pc:docMk/>
            <pc:sldMk cId="1178713562" sldId="322"/>
            <ac:cxnSpMk id="100" creationId="{81B200F7-B57A-4824-BB91-B6624450A5AC}"/>
          </ac:cxnSpMkLst>
        </pc:cxnChg>
        <pc:cxnChg chg="del">
          <ac:chgData name="amy mitchell" userId="d2560a8533802aba" providerId="LiveId" clId="{46EE2B42-F1F5-434C-AADA-C75A06C08FE1}" dt="2025-06-13T02:17:51.363" v="807"/>
          <ac:cxnSpMkLst>
            <pc:docMk/>
            <pc:sldMk cId="1178713562" sldId="322"/>
            <ac:cxnSpMk id="102" creationId="{FA92245C-961F-47D5-9691-272D28692D45}"/>
          </ac:cxnSpMkLst>
        </pc:cxnChg>
      </pc:sldChg>
      <pc:sldMasterChg chg="del delSldLayout">
        <pc:chgData name="amy mitchell" userId="d2560a8533802aba" providerId="LiveId" clId="{46EE2B42-F1F5-434C-AADA-C75A06C08FE1}" dt="2025-06-13T02:17:55.286" v="808" actId="47"/>
        <pc:sldMasterMkLst>
          <pc:docMk/>
          <pc:sldMasterMk cId="2032515882" sldId="2147483660"/>
        </pc:sldMasterMkLst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3455873513" sldId="2147483661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140048476" sldId="2147483662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3450001204" sldId="2147483663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3657207842" sldId="2147483664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3737165882" sldId="2147483665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806022442" sldId="2147483666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3314783129" sldId="2147483667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602155088" sldId="2147483668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059845394" sldId="2147483669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950799530" sldId="2147483670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077205171" sldId="2147483671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2257957093" sldId="2147483672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4102081273" sldId="2147483673"/>
          </pc:sldLayoutMkLst>
        </pc:sldLayoutChg>
        <pc:sldLayoutChg chg="del">
          <pc:chgData name="amy mitchell" userId="d2560a8533802aba" providerId="LiveId" clId="{46EE2B42-F1F5-434C-AADA-C75A06C08FE1}" dt="2025-06-13T02:17:55.286" v="808" actId="47"/>
          <pc:sldLayoutMkLst>
            <pc:docMk/>
            <pc:sldMasterMk cId="2032515882" sldId="2147483660"/>
            <pc:sldLayoutMk cId="198886564" sldId="214748367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AF923A-0DB7-410F-962A-DD9077C537F2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1B2FD8-0614-4359-8D96-787FBB2A3D81}">
      <dgm:prSet custT="1"/>
      <dgm:spPr/>
      <dgm:t>
        <a:bodyPr/>
        <a:lstStyle/>
        <a:p>
          <a:r>
            <a:rPr lang="en-US" sz="4000"/>
            <a:t>Step 1</a:t>
          </a:r>
        </a:p>
      </dgm:t>
    </dgm:pt>
    <dgm:pt modelId="{3100A348-F8F5-4590-B276-A75B3A949797}" type="parTrans" cxnId="{1BB0097D-2BFF-48B3-A72A-D942B6B2D747}">
      <dgm:prSet/>
      <dgm:spPr/>
      <dgm:t>
        <a:bodyPr/>
        <a:lstStyle/>
        <a:p>
          <a:endParaRPr lang="en-US" sz="2800"/>
        </a:p>
      </dgm:t>
    </dgm:pt>
    <dgm:pt modelId="{BF32FF8C-4664-4C08-9012-739DCAB3B080}" type="sibTrans" cxnId="{1BB0097D-2BFF-48B3-A72A-D942B6B2D747}">
      <dgm:prSet/>
      <dgm:spPr/>
      <dgm:t>
        <a:bodyPr/>
        <a:lstStyle/>
        <a:p>
          <a:endParaRPr lang="en-US" sz="2800"/>
        </a:p>
      </dgm:t>
    </dgm:pt>
    <dgm:pt modelId="{058A7EB4-D3AD-4688-A7F1-448486D12248}">
      <dgm:prSet custT="1"/>
      <dgm:spPr/>
      <dgm:t>
        <a:bodyPr/>
        <a:lstStyle/>
        <a:p>
          <a:r>
            <a:rPr lang="en-US" sz="3200"/>
            <a:t>Define your baseline offers</a:t>
          </a:r>
        </a:p>
      </dgm:t>
    </dgm:pt>
    <dgm:pt modelId="{5BA8D1CB-26CE-4996-B2DA-C245D0ECCE51}" type="parTrans" cxnId="{447F115B-19FE-4998-A512-0AF9F0718FDC}">
      <dgm:prSet/>
      <dgm:spPr/>
      <dgm:t>
        <a:bodyPr/>
        <a:lstStyle/>
        <a:p>
          <a:endParaRPr lang="en-US" sz="2800"/>
        </a:p>
      </dgm:t>
    </dgm:pt>
    <dgm:pt modelId="{14FA47EF-ECFE-4400-AA86-6958E74534C8}" type="sibTrans" cxnId="{447F115B-19FE-4998-A512-0AF9F0718FDC}">
      <dgm:prSet/>
      <dgm:spPr/>
      <dgm:t>
        <a:bodyPr/>
        <a:lstStyle/>
        <a:p>
          <a:endParaRPr lang="en-US" sz="2800"/>
        </a:p>
      </dgm:t>
    </dgm:pt>
    <dgm:pt modelId="{ABD56870-DCF2-417E-98C3-97D033FD9A22}">
      <dgm:prSet custT="1"/>
      <dgm:spPr/>
      <dgm:t>
        <a:bodyPr/>
        <a:lstStyle/>
        <a:p>
          <a:r>
            <a:rPr lang="en-US" sz="4000"/>
            <a:t>Step 2</a:t>
          </a:r>
        </a:p>
      </dgm:t>
    </dgm:pt>
    <dgm:pt modelId="{66C86099-5DBB-42A6-B834-0BE3060CB71B}" type="parTrans" cxnId="{261809B4-A0E7-48D8-AAC1-114724BE59F1}">
      <dgm:prSet/>
      <dgm:spPr/>
      <dgm:t>
        <a:bodyPr/>
        <a:lstStyle/>
        <a:p>
          <a:endParaRPr lang="en-US" sz="2800"/>
        </a:p>
      </dgm:t>
    </dgm:pt>
    <dgm:pt modelId="{FFF0601C-8A77-47AE-B57F-6121BA44F5AE}" type="sibTrans" cxnId="{261809B4-A0E7-48D8-AAC1-114724BE59F1}">
      <dgm:prSet/>
      <dgm:spPr/>
      <dgm:t>
        <a:bodyPr/>
        <a:lstStyle/>
        <a:p>
          <a:endParaRPr lang="en-US" sz="2800"/>
        </a:p>
      </dgm:t>
    </dgm:pt>
    <dgm:pt modelId="{8DEF6B0A-2044-4FEC-BC8F-DF9E39D9CC81}">
      <dgm:prSet custT="1"/>
      <dgm:spPr/>
      <dgm:t>
        <a:bodyPr/>
        <a:lstStyle/>
        <a:p>
          <a:r>
            <a:rPr lang="en-US" sz="3200"/>
            <a:t>Map your capabilities and offer maturity</a:t>
          </a:r>
        </a:p>
      </dgm:t>
    </dgm:pt>
    <dgm:pt modelId="{87DD3FC4-5677-4E19-B7C9-6F9305650928}" type="parTrans" cxnId="{8050A174-398E-46C3-8E78-4AA407E6D623}">
      <dgm:prSet/>
      <dgm:spPr/>
      <dgm:t>
        <a:bodyPr/>
        <a:lstStyle/>
        <a:p>
          <a:endParaRPr lang="en-US" sz="2800"/>
        </a:p>
      </dgm:t>
    </dgm:pt>
    <dgm:pt modelId="{597D6FC2-5F6D-40FE-B4CF-06B97BA6F20F}" type="sibTrans" cxnId="{8050A174-398E-46C3-8E78-4AA407E6D623}">
      <dgm:prSet/>
      <dgm:spPr/>
      <dgm:t>
        <a:bodyPr/>
        <a:lstStyle/>
        <a:p>
          <a:endParaRPr lang="en-US" sz="2800"/>
        </a:p>
      </dgm:t>
    </dgm:pt>
    <dgm:pt modelId="{590DC266-39F9-40E1-9D88-6E84A4CACE64}">
      <dgm:prSet custT="1"/>
      <dgm:spPr/>
      <dgm:t>
        <a:bodyPr/>
        <a:lstStyle/>
        <a:p>
          <a:r>
            <a:rPr lang="en-US" sz="4000"/>
            <a:t>Step 3</a:t>
          </a:r>
        </a:p>
      </dgm:t>
    </dgm:pt>
    <dgm:pt modelId="{437D27B6-DBC5-46BF-9D91-7F4EAC6CC27C}" type="parTrans" cxnId="{A4D39529-2191-4904-8A77-2F88C39B6AA1}">
      <dgm:prSet/>
      <dgm:spPr/>
      <dgm:t>
        <a:bodyPr/>
        <a:lstStyle/>
        <a:p>
          <a:endParaRPr lang="en-US" sz="2800"/>
        </a:p>
      </dgm:t>
    </dgm:pt>
    <dgm:pt modelId="{6EC055F8-23F5-41B2-B6A1-0B281E7AC698}" type="sibTrans" cxnId="{A4D39529-2191-4904-8A77-2F88C39B6AA1}">
      <dgm:prSet/>
      <dgm:spPr/>
      <dgm:t>
        <a:bodyPr/>
        <a:lstStyle/>
        <a:p>
          <a:endParaRPr lang="en-US" sz="2800"/>
        </a:p>
      </dgm:t>
    </dgm:pt>
    <dgm:pt modelId="{818E6402-7F10-41C8-A074-0ED20AD6835C}">
      <dgm:prSet custT="1"/>
      <dgm:spPr/>
      <dgm:t>
        <a:bodyPr/>
        <a:lstStyle/>
        <a:p>
          <a:r>
            <a:rPr lang="en-US" sz="3200"/>
            <a:t>Improve with your feedback flywheel</a:t>
          </a:r>
        </a:p>
      </dgm:t>
    </dgm:pt>
    <dgm:pt modelId="{1000BA4A-F9DB-4C7D-9C2D-BB1857BB62C3}" type="parTrans" cxnId="{72420D79-D1DF-4F1B-AADA-F48A438BD1AC}">
      <dgm:prSet/>
      <dgm:spPr/>
      <dgm:t>
        <a:bodyPr/>
        <a:lstStyle/>
        <a:p>
          <a:endParaRPr lang="en-US" sz="2800"/>
        </a:p>
      </dgm:t>
    </dgm:pt>
    <dgm:pt modelId="{BE5AC566-4DBA-4992-9B41-90A14A30A9E9}" type="sibTrans" cxnId="{72420D79-D1DF-4F1B-AADA-F48A438BD1AC}">
      <dgm:prSet/>
      <dgm:spPr/>
      <dgm:t>
        <a:bodyPr/>
        <a:lstStyle/>
        <a:p>
          <a:endParaRPr lang="en-US" sz="2800"/>
        </a:p>
      </dgm:t>
    </dgm:pt>
    <dgm:pt modelId="{35D41D74-6121-4382-B371-496C0B01FD0A}" type="pres">
      <dgm:prSet presAssocID="{26AF923A-0DB7-410F-962A-DD9077C537F2}" presName="Name0" presStyleCnt="0">
        <dgm:presLayoutVars>
          <dgm:dir/>
          <dgm:animLvl val="lvl"/>
          <dgm:resizeHandles val="exact"/>
        </dgm:presLayoutVars>
      </dgm:prSet>
      <dgm:spPr/>
    </dgm:pt>
    <dgm:pt modelId="{B2BB00D1-9D7A-41D0-A288-87F09268A440}" type="pres">
      <dgm:prSet presAssocID="{C41B2FD8-0614-4359-8D96-787FBB2A3D81}" presName="composite" presStyleCnt="0"/>
      <dgm:spPr/>
    </dgm:pt>
    <dgm:pt modelId="{5C239C04-C6A9-408B-ABBC-9386C705A8BA}" type="pres">
      <dgm:prSet presAssocID="{C41B2FD8-0614-4359-8D96-787FBB2A3D81}" presName="parTx" presStyleLbl="alignNode1" presStyleIdx="0" presStyleCnt="3">
        <dgm:presLayoutVars>
          <dgm:chMax val="0"/>
          <dgm:chPref val="0"/>
        </dgm:presLayoutVars>
      </dgm:prSet>
      <dgm:spPr/>
    </dgm:pt>
    <dgm:pt modelId="{FFA25676-F7ED-4F8F-81CA-591B65AA199E}" type="pres">
      <dgm:prSet presAssocID="{C41B2FD8-0614-4359-8D96-787FBB2A3D81}" presName="desTx" presStyleLbl="alignAccFollowNode1" presStyleIdx="0" presStyleCnt="3">
        <dgm:presLayoutVars/>
      </dgm:prSet>
      <dgm:spPr/>
    </dgm:pt>
    <dgm:pt modelId="{1585042D-E3B4-4037-9187-7E75624D1FAB}" type="pres">
      <dgm:prSet presAssocID="{BF32FF8C-4664-4C08-9012-739DCAB3B080}" presName="space" presStyleCnt="0"/>
      <dgm:spPr/>
    </dgm:pt>
    <dgm:pt modelId="{7E4563BD-B2D0-4DCA-B461-295F5E885B16}" type="pres">
      <dgm:prSet presAssocID="{ABD56870-DCF2-417E-98C3-97D033FD9A22}" presName="composite" presStyleCnt="0"/>
      <dgm:spPr/>
    </dgm:pt>
    <dgm:pt modelId="{2CB3E8B6-B06F-4E24-9407-96AA5AB95947}" type="pres">
      <dgm:prSet presAssocID="{ABD56870-DCF2-417E-98C3-97D033FD9A22}" presName="parTx" presStyleLbl="alignNode1" presStyleIdx="1" presStyleCnt="3">
        <dgm:presLayoutVars>
          <dgm:chMax val="0"/>
          <dgm:chPref val="0"/>
        </dgm:presLayoutVars>
      </dgm:prSet>
      <dgm:spPr/>
    </dgm:pt>
    <dgm:pt modelId="{82EED356-9B8D-483C-B110-6A73279FBE59}" type="pres">
      <dgm:prSet presAssocID="{ABD56870-DCF2-417E-98C3-97D033FD9A22}" presName="desTx" presStyleLbl="alignAccFollowNode1" presStyleIdx="1" presStyleCnt="3">
        <dgm:presLayoutVars/>
      </dgm:prSet>
      <dgm:spPr/>
    </dgm:pt>
    <dgm:pt modelId="{9384DCEC-5180-4BD7-AD3D-136AB6857C47}" type="pres">
      <dgm:prSet presAssocID="{FFF0601C-8A77-47AE-B57F-6121BA44F5AE}" presName="space" presStyleCnt="0"/>
      <dgm:spPr/>
    </dgm:pt>
    <dgm:pt modelId="{A3C7800B-797F-4928-B217-E0EBDD5653B8}" type="pres">
      <dgm:prSet presAssocID="{590DC266-39F9-40E1-9D88-6E84A4CACE64}" presName="composite" presStyleCnt="0"/>
      <dgm:spPr/>
    </dgm:pt>
    <dgm:pt modelId="{5884DEB9-B82D-4867-8BF0-D03660B7750C}" type="pres">
      <dgm:prSet presAssocID="{590DC266-39F9-40E1-9D88-6E84A4CACE64}" presName="parTx" presStyleLbl="alignNode1" presStyleIdx="2" presStyleCnt="3">
        <dgm:presLayoutVars>
          <dgm:chMax val="0"/>
          <dgm:chPref val="0"/>
        </dgm:presLayoutVars>
      </dgm:prSet>
      <dgm:spPr/>
    </dgm:pt>
    <dgm:pt modelId="{A122CE0B-F3B8-40C6-A08A-54766C96B9C2}" type="pres">
      <dgm:prSet presAssocID="{590DC266-39F9-40E1-9D88-6E84A4CACE64}" presName="desTx" presStyleLbl="alignAccFollowNode1" presStyleIdx="2" presStyleCnt="3">
        <dgm:presLayoutVars/>
      </dgm:prSet>
      <dgm:spPr/>
    </dgm:pt>
  </dgm:ptLst>
  <dgm:cxnLst>
    <dgm:cxn modelId="{A4D39529-2191-4904-8A77-2F88C39B6AA1}" srcId="{26AF923A-0DB7-410F-962A-DD9077C537F2}" destId="{590DC266-39F9-40E1-9D88-6E84A4CACE64}" srcOrd="2" destOrd="0" parTransId="{437D27B6-DBC5-46BF-9D91-7F4EAC6CC27C}" sibTransId="{6EC055F8-23F5-41B2-B6A1-0B281E7AC698}"/>
    <dgm:cxn modelId="{3200B938-3825-43BE-AC83-9EC9970ECC58}" type="presOf" srcId="{8DEF6B0A-2044-4FEC-BC8F-DF9E39D9CC81}" destId="{82EED356-9B8D-483C-B110-6A73279FBE59}" srcOrd="0" destOrd="0" presId="urn:microsoft.com/office/officeart/2016/7/layout/ChevronBlockProcess"/>
    <dgm:cxn modelId="{447F115B-19FE-4998-A512-0AF9F0718FDC}" srcId="{C41B2FD8-0614-4359-8D96-787FBB2A3D81}" destId="{058A7EB4-D3AD-4688-A7F1-448486D12248}" srcOrd="0" destOrd="0" parTransId="{5BA8D1CB-26CE-4996-B2DA-C245D0ECCE51}" sibTransId="{14FA47EF-ECFE-4400-AA86-6958E74534C8}"/>
    <dgm:cxn modelId="{1055EE5F-2EE4-493A-B2AE-3F699002A7AC}" type="presOf" srcId="{ABD56870-DCF2-417E-98C3-97D033FD9A22}" destId="{2CB3E8B6-B06F-4E24-9407-96AA5AB95947}" srcOrd="0" destOrd="0" presId="urn:microsoft.com/office/officeart/2016/7/layout/ChevronBlockProcess"/>
    <dgm:cxn modelId="{19AC5F62-A01F-4314-8CCD-B104D31AFCC0}" type="presOf" srcId="{818E6402-7F10-41C8-A074-0ED20AD6835C}" destId="{A122CE0B-F3B8-40C6-A08A-54766C96B9C2}" srcOrd="0" destOrd="0" presId="urn:microsoft.com/office/officeart/2016/7/layout/ChevronBlockProcess"/>
    <dgm:cxn modelId="{70CFF14E-7636-4EFD-83FF-E5B03726BE03}" type="presOf" srcId="{26AF923A-0DB7-410F-962A-DD9077C537F2}" destId="{35D41D74-6121-4382-B371-496C0B01FD0A}" srcOrd="0" destOrd="0" presId="urn:microsoft.com/office/officeart/2016/7/layout/ChevronBlockProcess"/>
    <dgm:cxn modelId="{8050A174-398E-46C3-8E78-4AA407E6D623}" srcId="{ABD56870-DCF2-417E-98C3-97D033FD9A22}" destId="{8DEF6B0A-2044-4FEC-BC8F-DF9E39D9CC81}" srcOrd="0" destOrd="0" parTransId="{87DD3FC4-5677-4E19-B7C9-6F9305650928}" sibTransId="{597D6FC2-5F6D-40FE-B4CF-06B97BA6F20F}"/>
    <dgm:cxn modelId="{72420D79-D1DF-4F1B-AADA-F48A438BD1AC}" srcId="{590DC266-39F9-40E1-9D88-6E84A4CACE64}" destId="{818E6402-7F10-41C8-A074-0ED20AD6835C}" srcOrd="0" destOrd="0" parTransId="{1000BA4A-F9DB-4C7D-9C2D-BB1857BB62C3}" sibTransId="{BE5AC566-4DBA-4992-9B41-90A14A30A9E9}"/>
    <dgm:cxn modelId="{1BB0097D-2BFF-48B3-A72A-D942B6B2D747}" srcId="{26AF923A-0DB7-410F-962A-DD9077C537F2}" destId="{C41B2FD8-0614-4359-8D96-787FBB2A3D81}" srcOrd="0" destOrd="0" parTransId="{3100A348-F8F5-4590-B276-A75B3A949797}" sibTransId="{BF32FF8C-4664-4C08-9012-739DCAB3B080}"/>
    <dgm:cxn modelId="{6D604381-5C49-4CC1-AA6C-C4E14F1166D4}" type="presOf" srcId="{C41B2FD8-0614-4359-8D96-787FBB2A3D81}" destId="{5C239C04-C6A9-408B-ABBC-9386C705A8BA}" srcOrd="0" destOrd="0" presId="urn:microsoft.com/office/officeart/2016/7/layout/ChevronBlockProcess"/>
    <dgm:cxn modelId="{261809B4-A0E7-48D8-AAC1-114724BE59F1}" srcId="{26AF923A-0DB7-410F-962A-DD9077C537F2}" destId="{ABD56870-DCF2-417E-98C3-97D033FD9A22}" srcOrd="1" destOrd="0" parTransId="{66C86099-5DBB-42A6-B834-0BE3060CB71B}" sibTransId="{FFF0601C-8A77-47AE-B57F-6121BA44F5AE}"/>
    <dgm:cxn modelId="{A768C4E0-3E7E-4168-9785-6F5AB95E7CD6}" type="presOf" srcId="{058A7EB4-D3AD-4688-A7F1-448486D12248}" destId="{FFA25676-F7ED-4F8F-81CA-591B65AA199E}" srcOrd="0" destOrd="0" presId="urn:microsoft.com/office/officeart/2016/7/layout/ChevronBlockProcess"/>
    <dgm:cxn modelId="{5987E5E8-9E8D-4E51-B40D-3689C4655ECF}" type="presOf" srcId="{590DC266-39F9-40E1-9D88-6E84A4CACE64}" destId="{5884DEB9-B82D-4867-8BF0-D03660B7750C}" srcOrd="0" destOrd="0" presId="urn:microsoft.com/office/officeart/2016/7/layout/ChevronBlockProcess"/>
    <dgm:cxn modelId="{E83E4F99-228D-44D0-8FE2-B3AA46074871}" type="presParOf" srcId="{35D41D74-6121-4382-B371-496C0B01FD0A}" destId="{B2BB00D1-9D7A-41D0-A288-87F09268A440}" srcOrd="0" destOrd="0" presId="urn:microsoft.com/office/officeart/2016/7/layout/ChevronBlockProcess"/>
    <dgm:cxn modelId="{63DBFB17-1476-4B66-A433-0AB79503B26C}" type="presParOf" srcId="{B2BB00D1-9D7A-41D0-A288-87F09268A440}" destId="{5C239C04-C6A9-408B-ABBC-9386C705A8BA}" srcOrd="0" destOrd="0" presId="urn:microsoft.com/office/officeart/2016/7/layout/ChevronBlockProcess"/>
    <dgm:cxn modelId="{4000689E-83FA-462C-989E-32DB07649B30}" type="presParOf" srcId="{B2BB00D1-9D7A-41D0-A288-87F09268A440}" destId="{FFA25676-F7ED-4F8F-81CA-591B65AA199E}" srcOrd="1" destOrd="0" presId="urn:microsoft.com/office/officeart/2016/7/layout/ChevronBlockProcess"/>
    <dgm:cxn modelId="{5C22EADA-128A-4AC2-A8E8-CF93EC952348}" type="presParOf" srcId="{35D41D74-6121-4382-B371-496C0B01FD0A}" destId="{1585042D-E3B4-4037-9187-7E75624D1FAB}" srcOrd="1" destOrd="0" presId="urn:microsoft.com/office/officeart/2016/7/layout/ChevronBlockProcess"/>
    <dgm:cxn modelId="{45FED84A-66AC-47D3-A911-185F2BD9C1D7}" type="presParOf" srcId="{35D41D74-6121-4382-B371-496C0B01FD0A}" destId="{7E4563BD-B2D0-4DCA-B461-295F5E885B16}" srcOrd="2" destOrd="0" presId="urn:microsoft.com/office/officeart/2016/7/layout/ChevronBlockProcess"/>
    <dgm:cxn modelId="{145EC202-02DB-457F-9386-96255FD3B01F}" type="presParOf" srcId="{7E4563BD-B2D0-4DCA-B461-295F5E885B16}" destId="{2CB3E8B6-B06F-4E24-9407-96AA5AB95947}" srcOrd="0" destOrd="0" presId="urn:microsoft.com/office/officeart/2016/7/layout/ChevronBlockProcess"/>
    <dgm:cxn modelId="{87572062-DC3C-4040-8E6F-300B4D1739E8}" type="presParOf" srcId="{7E4563BD-B2D0-4DCA-B461-295F5E885B16}" destId="{82EED356-9B8D-483C-B110-6A73279FBE59}" srcOrd="1" destOrd="0" presId="urn:microsoft.com/office/officeart/2016/7/layout/ChevronBlockProcess"/>
    <dgm:cxn modelId="{5F53160A-3A08-4B23-93D7-2208F6EF398A}" type="presParOf" srcId="{35D41D74-6121-4382-B371-496C0B01FD0A}" destId="{9384DCEC-5180-4BD7-AD3D-136AB6857C47}" srcOrd="3" destOrd="0" presId="urn:microsoft.com/office/officeart/2016/7/layout/ChevronBlockProcess"/>
    <dgm:cxn modelId="{1238B2C9-DA33-44F3-89C3-D47C05B7DE59}" type="presParOf" srcId="{35D41D74-6121-4382-B371-496C0B01FD0A}" destId="{A3C7800B-797F-4928-B217-E0EBDD5653B8}" srcOrd="4" destOrd="0" presId="urn:microsoft.com/office/officeart/2016/7/layout/ChevronBlockProcess"/>
    <dgm:cxn modelId="{7E47FB48-4711-4AEF-AF07-E6CCB9F73EF9}" type="presParOf" srcId="{A3C7800B-797F-4928-B217-E0EBDD5653B8}" destId="{5884DEB9-B82D-4867-8BF0-D03660B7750C}" srcOrd="0" destOrd="0" presId="urn:microsoft.com/office/officeart/2016/7/layout/ChevronBlockProcess"/>
    <dgm:cxn modelId="{5CCE570E-1750-4149-9420-7C1AFB1A7ED7}" type="presParOf" srcId="{A3C7800B-797F-4928-B217-E0EBDD5653B8}" destId="{A122CE0B-F3B8-40C6-A08A-54766C96B9C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C698B4-A947-4149-AC31-78D9E7469D4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AF2F2C-FC89-4AC4-9C08-7EB190FF8D97}">
      <dgm:prSet phldrT="[Text]" custT="1"/>
      <dgm:spPr/>
      <dgm:t>
        <a:bodyPr/>
        <a:lstStyle/>
        <a:p>
          <a:r>
            <a:rPr lang="en-US" sz="1800" dirty="0"/>
            <a:t>Take an inventory</a:t>
          </a:r>
        </a:p>
      </dgm:t>
    </dgm:pt>
    <dgm:pt modelId="{94CA815C-2894-4D14-81BA-A24A0117526A}" type="parTrans" cxnId="{4F171305-0386-4C0D-B184-A517EC63D2D7}">
      <dgm:prSet/>
      <dgm:spPr/>
      <dgm:t>
        <a:bodyPr/>
        <a:lstStyle/>
        <a:p>
          <a:endParaRPr lang="en-US" sz="2400"/>
        </a:p>
      </dgm:t>
    </dgm:pt>
    <dgm:pt modelId="{DF4499DE-6E7F-41F8-8A98-156B3C53477E}" type="sibTrans" cxnId="{4F171305-0386-4C0D-B184-A517EC63D2D7}">
      <dgm:prSet/>
      <dgm:spPr/>
      <dgm:t>
        <a:bodyPr/>
        <a:lstStyle/>
        <a:p>
          <a:endParaRPr lang="en-US" sz="2400"/>
        </a:p>
      </dgm:t>
    </dgm:pt>
    <dgm:pt modelId="{EBC92D4A-2ECA-43E0-879B-A1604D637222}">
      <dgm:prSet phldrT="[Text]" custT="1"/>
      <dgm:spPr/>
      <dgm:t>
        <a:bodyPr/>
        <a:lstStyle/>
        <a:p>
          <a:r>
            <a:rPr lang="en-US" sz="1800" dirty="0"/>
            <a:t>Compare to your offers</a:t>
          </a:r>
        </a:p>
      </dgm:t>
    </dgm:pt>
    <dgm:pt modelId="{0748830A-FC99-44DC-AB12-2669A2EA3239}" type="parTrans" cxnId="{33B7FC0F-2A5C-4309-B84C-BD942D0F55CB}">
      <dgm:prSet/>
      <dgm:spPr/>
      <dgm:t>
        <a:bodyPr/>
        <a:lstStyle/>
        <a:p>
          <a:endParaRPr lang="en-US" sz="2400"/>
        </a:p>
      </dgm:t>
    </dgm:pt>
    <dgm:pt modelId="{68056916-B1BB-4B61-A251-CC4DC2A3ED29}" type="sibTrans" cxnId="{33B7FC0F-2A5C-4309-B84C-BD942D0F55CB}">
      <dgm:prSet/>
      <dgm:spPr/>
      <dgm:t>
        <a:bodyPr/>
        <a:lstStyle/>
        <a:p>
          <a:endParaRPr lang="en-US" sz="2400"/>
        </a:p>
      </dgm:t>
    </dgm:pt>
    <dgm:pt modelId="{C4A161DE-70DA-4781-AABE-182C2C64E583}">
      <dgm:prSet phldrT="[Text]" custT="1"/>
      <dgm:spPr/>
      <dgm:t>
        <a:bodyPr/>
        <a:lstStyle/>
        <a:p>
          <a:r>
            <a:rPr lang="en-US" sz="1800" dirty="0"/>
            <a:t>Review feedback handling</a:t>
          </a:r>
        </a:p>
      </dgm:t>
    </dgm:pt>
    <dgm:pt modelId="{C00010E9-C4A3-4F08-9F9A-6A089C9B0405}" type="parTrans" cxnId="{9457F1E9-5B21-4526-9BFF-20E80DF41035}">
      <dgm:prSet/>
      <dgm:spPr/>
      <dgm:t>
        <a:bodyPr/>
        <a:lstStyle/>
        <a:p>
          <a:endParaRPr lang="en-US" sz="2400"/>
        </a:p>
      </dgm:t>
    </dgm:pt>
    <dgm:pt modelId="{08CE0F12-DA0C-43C8-94E6-DDA9498ADDC1}" type="sibTrans" cxnId="{9457F1E9-5B21-4526-9BFF-20E80DF41035}">
      <dgm:prSet/>
      <dgm:spPr/>
      <dgm:t>
        <a:bodyPr/>
        <a:lstStyle/>
        <a:p>
          <a:endParaRPr lang="en-US" sz="2400"/>
        </a:p>
      </dgm:t>
    </dgm:pt>
    <dgm:pt modelId="{A2645AF4-C62F-42F2-9DE2-7BB33AA04DA1}">
      <dgm:prSet phldrT="[Text]" custT="1"/>
      <dgm:spPr/>
      <dgm:t>
        <a:bodyPr/>
        <a:lstStyle/>
        <a:p>
          <a:r>
            <a:rPr lang="en-US" sz="1800" dirty="0"/>
            <a:t>Measure TTFS</a:t>
          </a:r>
        </a:p>
      </dgm:t>
    </dgm:pt>
    <dgm:pt modelId="{91CF505E-0D2D-41EE-977C-039097A54988}" type="parTrans" cxnId="{6D99C588-1084-4296-9FFD-540D86C2D3F0}">
      <dgm:prSet/>
      <dgm:spPr/>
      <dgm:t>
        <a:bodyPr/>
        <a:lstStyle/>
        <a:p>
          <a:endParaRPr lang="en-US" sz="2400"/>
        </a:p>
      </dgm:t>
    </dgm:pt>
    <dgm:pt modelId="{7996E379-18F5-4A19-8F1B-556EEA4859B6}" type="sibTrans" cxnId="{6D99C588-1084-4296-9FFD-540D86C2D3F0}">
      <dgm:prSet/>
      <dgm:spPr/>
      <dgm:t>
        <a:bodyPr/>
        <a:lstStyle/>
        <a:p>
          <a:endParaRPr lang="en-US" sz="2400"/>
        </a:p>
      </dgm:t>
    </dgm:pt>
    <dgm:pt modelId="{14511FFE-2F0B-4C2C-9D4D-365025607705}">
      <dgm:prSet phldrT="[Text]" custT="1"/>
      <dgm:spPr/>
      <dgm:t>
        <a:bodyPr/>
        <a:lstStyle/>
        <a:p>
          <a:r>
            <a:rPr lang="en-US" sz="1800"/>
            <a:t>Report findings</a:t>
          </a:r>
        </a:p>
      </dgm:t>
    </dgm:pt>
    <dgm:pt modelId="{275F98E2-4696-4DBC-B6C5-5463625B7FD5}" type="parTrans" cxnId="{88164CA5-AEE2-47EE-A206-9053101A4966}">
      <dgm:prSet/>
      <dgm:spPr/>
      <dgm:t>
        <a:bodyPr/>
        <a:lstStyle/>
        <a:p>
          <a:endParaRPr lang="en-US" sz="2400"/>
        </a:p>
      </dgm:t>
    </dgm:pt>
    <dgm:pt modelId="{5DD85D42-509C-4BC0-A98A-F0214E3C3FC8}" type="sibTrans" cxnId="{88164CA5-AEE2-47EE-A206-9053101A4966}">
      <dgm:prSet/>
      <dgm:spPr/>
      <dgm:t>
        <a:bodyPr/>
        <a:lstStyle/>
        <a:p>
          <a:endParaRPr lang="en-US" sz="2400"/>
        </a:p>
      </dgm:t>
    </dgm:pt>
    <dgm:pt modelId="{F06BCF92-FE7D-49D1-AA0E-9D10DF422317}" type="pres">
      <dgm:prSet presAssocID="{1DC698B4-A947-4149-AC31-78D9E7469D40}" presName="cycle" presStyleCnt="0">
        <dgm:presLayoutVars>
          <dgm:dir/>
          <dgm:resizeHandles val="exact"/>
        </dgm:presLayoutVars>
      </dgm:prSet>
      <dgm:spPr/>
    </dgm:pt>
    <dgm:pt modelId="{8A827C3C-8743-42BB-89D3-D754E4B92082}" type="pres">
      <dgm:prSet presAssocID="{CCAF2F2C-FC89-4AC4-9C08-7EB190FF8D97}" presName="node" presStyleLbl="node1" presStyleIdx="0" presStyleCnt="5" custScaleX="122100" custScaleY="121950">
        <dgm:presLayoutVars>
          <dgm:bulletEnabled val="1"/>
        </dgm:presLayoutVars>
      </dgm:prSet>
      <dgm:spPr/>
    </dgm:pt>
    <dgm:pt modelId="{6320989D-7678-4547-8F7D-F7A7AB6C8493}" type="pres">
      <dgm:prSet presAssocID="{CCAF2F2C-FC89-4AC4-9C08-7EB190FF8D97}" presName="spNode" presStyleCnt="0"/>
      <dgm:spPr/>
    </dgm:pt>
    <dgm:pt modelId="{D3A55C63-C35F-4CC0-B5FB-29848C7F9D64}" type="pres">
      <dgm:prSet presAssocID="{DF4499DE-6E7F-41F8-8A98-156B3C53477E}" presName="sibTrans" presStyleLbl="sibTrans1D1" presStyleIdx="0" presStyleCnt="5"/>
      <dgm:spPr/>
    </dgm:pt>
    <dgm:pt modelId="{E91DBEC0-18FD-4F15-AAE6-850DADC8259E}" type="pres">
      <dgm:prSet presAssocID="{EBC92D4A-2ECA-43E0-879B-A1604D637222}" presName="node" presStyleLbl="node1" presStyleIdx="1" presStyleCnt="5" custScaleX="121591" custScaleY="135364" custRadScaleRad="99795" custRadScaleInc="17059">
        <dgm:presLayoutVars>
          <dgm:bulletEnabled val="1"/>
        </dgm:presLayoutVars>
      </dgm:prSet>
      <dgm:spPr/>
    </dgm:pt>
    <dgm:pt modelId="{C4C4CD8D-CEA6-4380-8C27-473DCBBBA89A}" type="pres">
      <dgm:prSet presAssocID="{EBC92D4A-2ECA-43E0-879B-A1604D637222}" presName="spNode" presStyleCnt="0"/>
      <dgm:spPr/>
    </dgm:pt>
    <dgm:pt modelId="{52A43097-A85A-4BEE-AA35-ACC172E35DBA}" type="pres">
      <dgm:prSet presAssocID="{68056916-B1BB-4B61-A251-CC4DC2A3ED29}" presName="sibTrans" presStyleLbl="sibTrans1D1" presStyleIdx="1" presStyleCnt="5"/>
      <dgm:spPr/>
    </dgm:pt>
    <dgm:pt modelId="{A6E9870D-DA4D-4791-A7A7-B62EAB0378B8}" type="pres">
      <dgm:prSet presAssocID="{C4A161DE-70DA-4781-AABE-182C2C64E583}" presName="node" presStyleLbl="node1" presStyleIdx="2" presStyleCnt="5" custScaleX="140375" custScaleY="119645">
        <dgm:presLayoutVars>
          <dgm:bulletEnabled val="1"/>
        </dgm:presLayoutVars>
      </dgm:prSet>
      <dgm:spPr/>
    </dgm:pt>
    <dgm:pt modelId="{9F812C80-CCB1-4BF5-9868-89240D6DDC7C}" type="pres">
      <dgm:prSet presAssocID="{C4A161DE-70DA-4781-AABE-182C2C64E583}" presName="spNode" presStyleCnt="0"/>
      <dgm:spPr/>
    </dgm:pt>
    <dgm:pt modelId="{56EE5018-8D64-4119-A1D3-39917DD2B9F6}" type="pres">
      <dgm:prSet presAssocID="{08CE0F12-DA0C-43C8-94E6-DDA9498ADDC1}" presName="sibTrans" presStyleLbl="sibTrans1D1" presStyleIdx="2" presStyleCnt="5"/>
      <dgm:spPr/>
    </dgm:pt>
    <dgm:pt modelId="{DAAFC38F-EDE8-459B-8491-60D1B2F25F8B}" type="pres">
      <dgm:prSet presAssocID="{A2645AF4-C62F-42F2-9DE2-7BB33AA04DA1}" presName="node" presStyleLbl="node1" presStyleIdx="3" presStyleCnt="5" custScaleX="126444" custScaleY="126037">
        <dgm:presLayoutVars>
          <dgm:bulletEnabled val="1"/>
        </dgm:presLayoutVars>
      </dgm:prSet>
      <dgm:spPr/>
    </dgm:pt>
    <dgm:pt modelId="{901128E6-A160-4480-91B0-1BF831280CDF}" type="pres">
      <dgm:prSet presAssocID="{A2645AF4-C62F-42F2-9DE2-7BB33AA04DA1}" presName="spNode" presStyleCnt="0"/>
      <dgm:spPr/>
    </dgm:pt>
    <dgm:pt modelId="{5B19856D-259C-4B3B-93AC-7D5A4BC3C7CA}" type="pres">
      <dgm:prSet presAssocID="{7996E379-18F5-4A19-8F1B-556EEA4859B6}" presName="sibTrans" presStyleLbl="sibTrans1D1" presStyleIdx="3" presStyleCnt="5"/>
      <dgm:spPr/>
    </dgm:pt>
    <dgm:pt modelId="{2D0145EF-B0E6-4B9A-B186-AB2803E11754}" type="pres">
      <dgm:prSet presAssocID="{14511FFE-2F0B-4C2C-9D4D-365025607705}" presName="node" presStyleLbl="node1" presStyleIdx="4" presStyleCnt="5" custScaleX="120148" custScaleY="118445" custRadScaleRad="92696" custRadScaleInc="8005">
        <dgm:presLayoutVars>
          <dgm:bulletEnabled val="1"/>
        </dgm:presLayoutVars>
      </dgm:prSet>
      <dgm:spPr/>
    </dgm:pt>
    <dgm:pt modelId="{815D249D-DC55-4148-8505-F0C73F8F1CEB}" type="pres">
      <dgm:prSet presAssocID="{14511FFE-2F0B-4C2C-9D4D-365025607705}" presName="spNode" presStyleCnt="0"/>
      <dgm:spPr/>
    </dgm:pt>
    <dgm:pt modelId="{5A0BA11E-FD55-49B4-BFC2-9516DFA0E6AB}" type="pres">
      <dgm:prSet presAssocID="{5DD85D42-509C-4BC0-A98A-F0214E3C3FC8}" presName="sibTrans" presStyleLbl="sibTrans1D1" presStyleIdx="4" presStyleCnt="5"/>
      <dgm:spPr/>
    </dgm:pt>
  </dgm:ptLst>
  <dgm:cxnLst>
    <dgm:cxn modelId="{4F171305-0386-4C0D-B184-A517EC63D2D7}" srcId="{1DC698B4-A947-4149-AC31-78D9E7469D40}" destId="{CCAF2F2C-FC89-4AC4-9C08-7EB190FF8D97}" srcOrd="0" destOrd="0" parTransId="{94CA815C-2894-4D14-81BA-A24A0117526A}" sibTransId="{DF4499DE-6E7F-41F8-8A98-156B3C53477E}"/>
    <dgm:cxn modelId="{813E160A-4545-40D9-9CF6-2C1607F2BE9B}" type="presOf" srcId="{CCAF2F2C-FC89-4AC4-9C08-7EB190FF8D97}" destId="{8A827C3C-8743-42BB-89D3-D754E4B92082}" srcOrd="0" destOrd="0" presId="urn:microsoft.com/office/officeart/2005/8/layout/cycle5"/>
    <dgm:cxn modelId="{33B7FC0F-2A5C-4309-B84C-BD942D0F55CB}" srcId="{1DC698B4-A947-4149-AC31-78D9E7469D40}" destId="{EBC92D4A-2ECA-43E0-879B-A1604D637222}" srcOrd="1" destOrd="0" parTransId="{0748830A-FC99-44DC-AB12-2669A2EA3239}" sibTransId="{68056916-B1BB-4B61-A251-CC4DC2A3ED29}"/>
    <dgm:cxn modelId="{9751DC5D-0080-4AB9-8AF0-D9E483DCF609}" type="presOf" srcId="{14511FFE-2F0B-4C2C-9D4D-365025607705}" destId="{2D0145EF-B0E6-4B9A-B186-AB2803E11754}" srcOrd="0" destOrd="0" presId="urn:microsoft.com/office/officeart/2005/8/layout/cycle5"/>
    <dgm:cxn modelId="{790EB442-16E9-4849-9F36-F24925EE7AAD}" type="presOf" srcId="{7996E379-18F5-4A19-8F1B-556EEA4859B6}" destId="{5B19856D-259C-4B3B-93AC-7D5A4BC3C7CA}" srcOrd="0" destOrd="0" presId="urn:microsoft.com/office/officeart/2005/8/layout/cycle5"/>
    <dgm:cxn modelId="{C1D7EB6B-A430-43A7-ACA6-E449AD11D1BB}" type="presOf" srcId="{DF4499DE-6E7F-41F8-8A98-156B3C53477E}" destId="{D3A55C63-C35F-4CC0-B5FB-29848C7F9D64}" srcOrd="0" destOrd="0" presId="urn:microsoft.com/office/officeart/2005/8/layout/cycle5"/>
    <dgm:cxn modelId="{C4E1FF78-EE66-4186-82D4-30E1845F78EE}" type="presOf" srcId="{08CE0F12-DA0C-43C8-94E6-DDA9498ADDC1}" destId="{56EE5018-8D64-4119-A1D3-39917DD2B9F6}" srcOrd="0" destOrd="0" presId="urn:microsoft.com/office/officeart/2005/8/layout/cycle5"/>
    <dgm:cxn modelId="{6D99C588-1084-4296-9FFD-540D86C2D3F0}" srcId="{1DC698B4-A947-4149-AC31-78D9E7469D40}" destId="{A2645AF4-C62F-42F2-9DE2-7BB33AA04DA1}" srcOrd="3" destOrd="0" parTransId="{91CF505E-0D2D-41EE-977C-039097A54988}" sibTransId="{7996E379-18F5-4A19-8F1B-556EEA4859B6}"/>
    <dgm:cxn modelId="{3542839E-EE8F-4E33-8C98-FC471254CE93}" type="presOf" srcId="{C4A161DE-70DA-4781-AABE-182C2C64E583}" destId="{A6E9870D-DA4D-4791-A7A7-B62EAB0378B8}" srcOrd="0" destOrd="0" presId="urn:microsoft.com/office/officeart/2005/8/layout/cycle5"/>
    <dgm:cxn modelId="{C2DF24A5-8711-472C-8596-595432092DCD}" type="presOf" srcId="{68056916-B1BB-4B61-A251-CC4DC2A3ED29}" destId="{52A43097-A85A-4BEE-AA35-ACC172E35DBA}" srcOrd="0" destOrd="0" presId="urn:microsoft.com/office/officeart/2005/8/layout/cycle5"/>
    <dgm:cxn modelId="{88164CA5-AEE2-47EE-A206-9053101A4966}" srcId="{1DC698B4-A947-4149-AC31-78D9E7469D40}" destId="{14511FFE-2F0B-4C2C-9D4D-365025607705}" srcOrd="4" destOrd="0" parTransId="{275F98E2-4696-4DBC-B6C5-5463625B7FD5}" sibTransId="{5DD85D42-509C-4BC0-A98A-F0214E3C3FC8}"/>
    <dgm:cxn modelId="{F233A4B0-E000-4A1D-94AD-49ABD1340E0D}" type="presOf" srcId="{5DD85D42-509C-4BC0-A98A-F0214E3C3FC8}" destId="{5A0BA11E-FD55-49B4-BFC2-9516DFA0E6AB}" srcOrd="0" destOrd="0" presId="urn:microsoft.com/office/officeart/2005/8/layout/cycle5"/>
    <dgm:cxn modelId="{E6F878BB-EAFB-4640-AA22-E64F02B3CEE2}" type="presOf" srcId="{A2645AF4-C62F-42F2-9DE2-7BB33AA04DA1}" destId="{DAAFC38F-EDE8-459B-8491-60D1B2F25F8B}" srcOrd="0" destOrd="0" presId="urn:microsoft.com/office/officeart/2005/8/layout/cycle5"/>
    <dgm:cxn modelId="{CF71A7D0-DD98-4B8C-B431-82F49353DE0C}" type="presOf" srcId="{EBC92D4A-2ECA-43E0-879B-A1604D637222}" destId="{E91DBEC0-18FD-4F15-AAE6-850DADC8259E}" srcOrd="0" destOrd="0" presId="urn:microsoft.com/office/officeart/2005/8/layout/cycle5"/>
    <dgm:cxn modelId="{1DC3D8DF-54DD-4077-944C-DD97AA714014}" type="presOf" srcId="{1DC698B4-A947-4149-AC31-78D9E7469D40}" destId="{F06BCF92-FE7D-49D1-AA0E-9D10DF422317}" srcOrd="0" destOrd="0" presId="urn:microsoft.com/office/officeart/2005/8/layout/cycle5"/>
    <dgm:cxn modelId="{9457F1E9-5B21-4526-9BFF-20E80DF41035}" srcId="{1DC698B4-A947-4149-AC31-78D9E7469D40}" destId="{C4A161DE-70DA-4781-AABE-182C2C64E583}" srcOrd="2" destOrd="0" parTransId="{C00010E9-C4A3-4F08-9F9A-6A089C9B0405}" sibTransId="{08CE0F12-DA0C-43C8-94E6-DDA9498ADDC1}"/>
    <dgm:cxn modelId="{001FEE00-82E3-43AA-89B1-5F59C4D38867}" type="presParOf" srcId="{F06BCF92-FE7D-49D1-AA0E-9D10DF422317}" destId="{8A827C3C-8743-42BB-89D3-D754E4B92082}" srcOrd="0" destOrd="0" presId="urn:microsoft.com/office/officeart/2005/8/layout/cycle5"/>
    <dgm:cxn modelId="{B157C19A-933D-495A-97E5-56C4AE7E7801}" type="presParOf" srcId="{F06BCF92-FE7D-49D1-AA0E-9D10DF422317}" destId="{6320989D-7678-4547-8F7D-F7A7AB6C8493}" srcOrd="1" destOrd="0" presId="urn:microsoft.com/office/officeart/2005/8/layout/cycle5"/>
    <dgm:cxn modelId="{22A3E9AF-BFC4-48F1-803C-83C3698A016C}" type="presParOf" srcId="{F06BCF92-FE7D-49D1-AA0E-9D10DF422317}" destId="{D3A55C63-C35F-4CC0-B5FB-29848C7F9D64}" srcOrd="2" destOrd="0" presId="urn:microsoft.com/office/officeart/2005/8/layout/cycle5"/>
    <dgm:cxn modelId="{A83E7BE1-9495-46EF-BDC5-FB1D2F2D2D89}" type="presParOf" srcId="{F06BCF92-FE7D-49D1-AA0E-9D10DF422317}" destId="{E91DBEC0-18FD-4F15-AAE6-850DADC8259E}" srcOrd="3" destOrd="0" presId="urn:microsoft.com/office/officeart/2005/8/layout/cycle5"/>
    <dgm:cxn modelId="{725FC57E-8CCD-43A3-A391-5FE3CFEB5BE1}" type="presParOf" srcId="{F06BCF92-FE7D-49D1-AA0E-9D10DF422317}" destId="{C4C4CD8D-CEA6-4380-8C27-473DCBBBA89A}" srcOrd="4" destOrd="0" presId="urn:microsoft.com/office/officeart/2005/8/layout/cycle5"/>
    <dgm:cxn modelId="{0486B4F0-AA36-44CF-9792-0D66AC12EAFA}" type="presParOf" srcId="{F06BCF92-FE7D-49D1-AA0E-9D10DF422317}" destId="{52A43097-A85A-4BEE-AA35-ACC172E35DBA}" srcOrd="5" destOrd="0" presId="urn:microsoft.com/office/officeart/2005/8/layout/cycle5"/>
    <dgm:cxn modelId="{8580D5F2-E316-456D-8429-B78AEC83A728}" type="presParOf" srcId="{F06BCF92-FE7D-49D1-AA0E-9D10DF422317}" destId="{A6E9870D-DA4D-4791-A7A7-B62EAB0378B8}" srcOrd="6" destOrd="0" presId="urn:microsoft.com/office/officeart/2005/8/layout/cycle5"/>
    <dgm:cxn modelId="{1F0F5FB3-AB22-4845-BCD1-5A8406356F92}" type="presParOf" srcId="{F06BCF92-FE7D-49D1-AA0E-9D10DF422317}" destId="{9F812C80-CCB1-4BF5-9868-89240D6DDC7C}" srcOrd="7" destOrd="0" presId="urn:microsoft.com/office/officeart/2005/8/layout/cycle5"/>
    <dgm:cxn modelId="{77AB92B2-5B32-40E7-83E6-27FC93B19E20}" type="presParOf" srcId="{F06BCF92-FE7D-49D1-AA0E-9D10DF422317}" destId="{56EE5018-8D64-4119-A1D3-39917DD2B9F6}" srcOrd="8" destOrd="0" presId="urn:microsoft.com/office/officeart/2005/8/layout/cycle5"/>
    <dgm:cxn modelId="{DF595D08-3277-4CE9-BF51-14C520DCDC21}" type="presParOf" srcId="{F06BCF92-FE7D-49D1-AA0E-9D10DF422317}" destId="{DAAFC38F-EDE8-459B-8491-60D1B2F25F8B}" srcOrd="9" destOrd="0" presId="urn:microsoft.com/office/officeart/2005/8/layout/cycle5"/>
    <dgm:cxn modelId="{32D15594-345F-458E-96A9-4D072FF82B64}" type="presParOf" srcId="{F06BCF92-FE7D-49D1-AA0E-9D10DF422317}" destId="{901128E6-A160-4480-91B0-1BF831280CDF}" srcOrd="10" destOrd="0" presId="urn:microsoft.com/office/officeart/2005/8/layout/cycle5"/>
    <dgm:cxn modelId="{96536144-A22B-4A10-99FA-884DD5EA7663}" type="presParOf" srcId="{F06BCF92-FE7D-49D1-AA0E-9D10DF422317}" destId="{5B19856D-259C-4B3B-93AC-7D5A4BC3C7CA}" srcOrd="11" destOrd="0" presId="urn:microsoft.com/office/officeart/2005/8/layout/cycle5"/>
    <dgm:cxn modelId="{1C983ABE-F20D-43C8-9C4C-7F08ABDB2522}" type="presParOf" srcId="{F06BCF92-FE7D-49D1-AA0E-9D10DF422317}" destId="{2D0145EF-B0E6-4B9A-B186-AB2803E11754}" srcOrd="12" destOrd="0" presId="urn:microsoft.com/office/officeart/2005/8/layout/cycle5"/>
    <dgm:cxn modelId="{C935167C-A7D9-445C-9B51-E101DF59C22C}" type="presParOf" srcId="{F06BCF92-FE7D-49D1-AA0E-9D10DF422317}" destId="{815D249D-DC55-4148-8505-F0C73F8F1CEB}" srcOrd="13" destOrd="0" presId="urn:microsoft.com/office/officeart/2005/8/layout/cycle5"/>
    <dgm:cxn modelId="{7B3C406E-B180-4176-B2F0-1EFA5B47709B}" type="presParOf" srcId="{F06BCF92-FE7D-49D1-AA0E-9D10DF422317}" destId="{5A0BA11E-FD55-49B4-BFC2-9516DFA0E6AB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C698B4-A947-4149-AC31-78D9E7469D4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AF2F2C-FC89-4AC4-9C08-7EB190FF8D97}">
      <dgm:prSet phldrT="[Text]" custT="1"/>
      <dgm:spPr/>
      <dgm:t>
        <a:bodyPr/>
        <a:lstStyle/>
        <a:p>
          <a:r>
            <a:rPr lang="en-US" sz="1800" dirty="0"/>
            <a:t>Take an inventory</a:t>
          </a:r>
        </a:p>
      </dgm:t>
    </dgm:pt>
    <dgm:pt modelId="{94CA815C-2894-4D14-81BA-A24A0117526A}" type="parTrans" cxnId="{4F171305-0386-4C0D-B184-A517EC63D2D7}">
      <dgm:prSet/>
      <dgm:spPr/>
      <dgm:t>
        <a:bodyPr/>
        <a:lstStyle/>
        <a:p>
          <a:endParaRPr lang="en-US" sz="2400"/>
        </a:p>
      </dgm:t>
    </dgm:pt>
    <dgm:pt modelId="{DF4499DE-6E7F-41F8-8A98-156B3C53477E}" type="sibTrans" cxnId="{4F171305-0386-4C0D-B184-A517EC63D2D7}">
      <dgm:prSet/>
      <dgm:spPr/>
      <dgm:t>
        <a:bodyPr/>
        <a:lstStyle/>
        <a:p>
          <a:endParaRPr lang="en-US" sz="2400"/>
        </a:p>
      </dgm:t>
    </dgm:pt>
    <dgm:pt modelId="{EBC92D4A-2ECA-43E0-879B-A1604D637222}">
      <dgm:prSet phldrT="[Text]" custT="1"/>
      <dgm:spPr/>
      <dgm:t>
        <a:bodyPr/>
        <a:lstStyle/>
        <a:p>
          <a:r>
            <a:rPr lang="en-US" sz="1800" dirty="0"/>
            <a:t>Compare to your offers</a:t>
          </a:r>
        </a:p>
      </dgm:t>
    </dgm:pt>
    <dgm:pt modelId="{0748830A-FC99-44DC-AB12-2669A2EA3239}" type="parTrans" cxnId="{33B7FC0F-2A5C-4309-B84C-BD942D0F55CB}">
      <dgm:prSet/>
      <dgm:spPr/>
      <dgm:t>
        <a:bodyPr/>
        <a:lstStyle/>
        <a:p>
          <a:endParaRPr lang="en-US" sz="2400"/>
        </a:p>
      </dgm:t>
    </dgm:pt>
    <dgm:pt modelId="{68056916-B1BB-4B61-A251-CC4DC2A3ED29}" type="sibTrans" cxnId="{33B7FC0F-2A5C-4309-B84C-BD942D0F55CB}">
      <dgm:prSet/>
      <dgm:spPr/>
      <dgm:t>
        <a:bodyPr/>
        <a:lstStyle/>
        <a:p>
          <a:endParaRPr lang="en-US" sz="2400"/>
        </a:p>
      </dgm:t>
    </dgm:pt>
    <dgm:pt modelId="{C4A161DE-70DA-4781-AABE-182C2C64E583}">
      <dgm:prSet phldrT="[Text]" custT="1"/>
      <dgm:spPr/>
      <dgm:t>
        <a:bodyPr/>
        <a:lstStyle/>
        <a:p>
          <a:r>
            <a:rPr lang="en-US" sz="1800" dirty="0"/>
            <a:t>Review feedback handling</a:t>
          </a:r>
        </a:p>
      </dgm:t>
    </dgm:pt>
    <dgm:pt modelId="{C00010E9-C4A3-4F08-9F9A-6A089C9B0405}" type="parTrans" cxnId="{9457F1E9-5B21-4526-9BFF-20E80DF41035}">
      <dgm:prSet/>
      <dgm:spPr/>
      <dgm:t>
        <a:bodyPr/>
        <a:lstStyle/>
        <a:p>
          <a:endParaRPr lang="en-US" sz="2400"/>
        </a:p>
      </dgm:t>
    </dgm:pt>
    <dgm:pt modelId="{08CE0F12-DA0C-43C8-94E6-DDA9498ADDC1}" type="sibTrans" cxnId="{9457F1E9-5B21-4526-9BFF-20E80DF41035}">
      <dgm:prSet/>
      <dgm:spPr/>
      <dgm:t>
        <a:bodyPr/>
        <a:lstStyle/>
        <a:p>
          <a:endParaRPr lang="en-US" sz="2400"/>
        </a:p>
      </dgm:t>
    </dgm:pt>
    <dgm:pt modelId="{A2645AF4-C62F-42F2-9DE2-7BB33AA04DA1}">
      <dgm:prSet phldrT="[Text]" custT="1"/>
      <dgm:spPr/>
      <dgm:t>
        <a:bodyPr/>
        <a:lstStyle/>
        <a:p>
          <a:r>
            <a:rPr lang="en-US" sz="1800" dirty="0"/>
            <a:t>Measure TTFS</a:t>
          </a:r>
        </a:p>
      </dgm:t>
    </dgm:pt>
    <dgm:pt modelId="{91CF505E-0D2D-41EE-977C-039097A54988}" type="parTrans" cxnId="{6D99C588-1084-4296-9FFD-540D86C2D3F0}">
      <dgm:prSet/>
      <dgm:spPr/>
      <dgm:t>
        <a:bodyPr/>
        <a:lstStyle/>
        <a:p>
          <a:endParaRPr lang="en-US" sz="2400"/>
        </a:p>
      </dgm:t>
    </dgm:pt>
    <dgm:pt modelId="{7996E379-18F5-4A19-8F1B-556EEA4859B6}" type="sibTrans" cxnId="{6D99C588-1084-4296-9FFD-540D86C2D3F0}">
      <dgm:prSet/>
      <dgm:spPr/>
      <dgm:t>
        <a:bodyPr/>
        <a:lstStyle/>
        <a:p>
          <a:endParaRPr lang="en-US" sz="2400"/>
        </a:p>
      </dgm:t>
    </dgm:pt>
    <dgm:pt modelId="{14511FFE-2F0B-4C2C-9D4D-365025607705}">
      <dgm:prSet phldrT="[Text]" custT="1"/>
      <dgm:spPr/>
      <dgm:t>
        <a:bodyPr/>
        <a:lstStyle/>
        <a:p>
          <a:r>
            <a:rPr lang="en-US" sz="1800"/>
            <a:t>Report findings</a:t>
          </a:r>
        </a:p>
      </dgm:t>
    </dgm:pt>
    <dgm:pt modelId="{275F98E2-4696-4DBC-B6C5-5463625B7FD5}" type="parTrans" cxnId="{88164CA5-AEE2-47EE-A206-9053101A4966}">
      <dgm:prSet/>
      <dgm:spPr/>
      <dgm:t>
        <a:bodyPr/>
        <a:lstStyle/>
        <a:p>
          <a:endParaRPr lang="en-US" sz="2400"/>
        </a:p>
      </dgm:t>
    </dgm:pt>
    <dgm:pt modelId="{5DD85D42-509C-4BC0-A98A-F0214E3C3FC8}" type="sibTrans" cxnId="{88164CA5-AEE2-47EE-A206-9053101A4966}">
      <dgm:prSet/>
      <dgm:spPr/>
      <dgm:t>
        <a:bodyPr/>
        <a:lstStyle/>
        <a:p>
          <a:endParaRPr lang="en-US" sz="2400"/>
        </a:p>
      </dgm:t>
    </dgm:pt>
    <dgm:pt modelId="{F06BCF92-FE7D-49D1-AA0E-9D10DF422317}" type="pres">
      <dgm:prSet presAssocID="{1DC698B4-A947-4149-AC31-78D9E7469D40}" presName="cycle" presStyleCnt="0">
        <dgm:presLayoutVars>
          <dgm:dir/>
          <dgm:resizeHandles val="exact"/>
        </dgm:presLayoutVars>
      </dgm:prSet>
      <dgm:spPr/>
    </dgm:pt>
    <dgm:pt modelId="{8A827C3C-8743-42BB-89D3-D754E4B92082}" type="pres">
      <dgm:prSet presAssocID="{CCAF2F2C-FC89-4AC4-9C08-7EB190FF8D97}" presName="node" presStyleLbl="node1" presStyleIdx="0" presStyleCnt="5" custScaleX="122100" custScaleY="121950">
        <dgm:presLayoutVars>
          <dgm:bulletEnabled val="1"/>
        </dgm:presLayoutVars>
      </dgm:prSet>
      <dgm:spPr/>
    </dgm:pt>
    <dgm:pt modelId="{6320989D-7678-4547-8F7D-F7A7AB6C8493}" type="pres">
      <dgm:prSet presAssocID="{CCAF2F2C-FC89-4AC4-9C08-7EB190FF8D97}" presName="spNode" presStyleCnt="0"/>
      <dgm:spPr/>
    </dgm:pt>
    <dgm:pt modelId="{D3A55C63-C35F-4CC0-B5FB-29848C7F9D64}" type="pres">
      <dgm:prSet presAssocID="{DF4499DE-6E7F-41F8-8A98-156B3C53477E}" presName="sibTrans" presStyleLbl="sibTrans1D1" presStyleIdx="0" presStyleCnt="5"/>
      <dgm:spPr/>
    </dgm:pt>
    <dgm:pt modelId="{E91DBEC0-18FD-4F15-AAE6-850DADC8259E}" type="pres">
      <dgm:prSet presAssocID="{EBC92D4A-2ECA-43E0-879B-A1604D637222}" presName="node" presStyleLbl="node1" presStyleIdx="1" presStyleCnt="5" custScaleX="121591" custScaleY="135364" custRadScaleRad="99795" custRadScaleInc="17059">
        <dgm:presLayoutVars>
          <dgm:bulletEnabled val="1"/>
        </dgm:presLayoutVars>
      </dgm:prSet>
      <dgm:spPr/>
    </dgm:pt>
    <dgm:pt modelId="{C4C4CD8D-CEA6-4380-8C27-473DCBBBA89A}" type="pres">
      <dgm:prSet presAssocID="{EBC92D4A-2ECA-43E0-879B-A1604D637222}" presName="spNode" presStyleCnt="0"/>
      <dgm:spPr/>
    </dgm:pt>
    <dgm:pt modelId="{52A43097-A85A-4BEE-AA35-ACC172E35DBA}" type="pres">
      <dgm:prSet presAssocID="{68056916-B1BB-4B61-A251-CC4DC2A3ED29}" presName="sibTrans" presStyleLbl="sibTrans1D1" presStyleIdx="1" presStyleCnt="5"/>
      <dgm:spPr/>
    </dgm:pt>
    <dgm:pt modelId="{A6E9870D-DA4D-4791-A7A7-B62EAB0378B8}" type="pres">
      <dgm:prSet presAssocID="{C4A161DE-70DA-4781-AABE-182C2C64E583}" presName="node" presStyleLbl="node1" presStyleIdx="2" presStyleCnt="5" custScaleX="140375" custScaleY="119645">
        <dgm:presLayoutVars>
          <dgm:bulletEnabled val="1"/>
        </dgm:presLayoutVars>
      </dgm:prSet>
      <dgm:spPr/>
    </dgm:pt>
    <dgm:pt modelId="{9F812C80-CCB1-4BF5-9868-89240D6DDC7C}" type="pres">
      <dgm:prSet presAssocID="{C4A161DE-70DA-4781-AABE-182C2C64E583}" presName="spNode" presStyleCnt="0"/>
      <dgm:spPr/>
    </dgm:pt>
    <dgm:pt modelId="{56EE5018-8D64-4119-A1D3-39917DD2B9F6}" type="pres">
      <dgm:prSet presAssocID="{08CE0F12-DA0C-43C8-94E6-DDA9498ADDC1}" presName="sibTrans" presStyleLbl="sibTrans1D1" presStyleIdx="2" presStyleCnt="5"/>
      <dgm:spPr/>
    </dgm:pt>
    <dgm:pt modelId="{DAAFC38F-EDE8-459B-8491-60D1B2F25F8B}" type="pres">
      <dgm:prSet presAssocID="{A2645AF4-C62F-42F2-9DE2-7BB33AA04DA1}" presName="node" presStyleLbl="node1" presStyleIdx="3" presStyleCnt="5" custScaleX="126444" custScaleY="126037">
        <dgm:presLayoutVars>
          <dgm:bulletEnabled val="1"/>
        </dgm:presLayoutVars>
      </dgm:prSet>
      <dgm:spPr/>
    </dgm:pt>
    <dgm:pt modelId="{901128E6-A160-4480-91B0-1BF831280CDF}" type="pres">
      <dgm:prSet presAssocID="{A2645AF4-C62F-42F2-9DE2-7BB33AA04DA1}" presName="spNode" presStyleCnt="0"/>
      <dgm:spPr/>
    </dgm:pt>
    <dgm:pt modelId="{5B19856D-259C-4B3B-93AC-7D5A4BC3C7CA}" type="pres">
      <dgm:prSet presAssocID="{7996E379-18F5-4A19-8F1B-556EEA4859B6}" presName="sibTrans" presStyleLbl="sibTrans1D1" presStyleIdx="3" presStyleCnt="5"/>
      <dgm:spPr/>
    </dgm:pt>
    <dgm:pt modelId="{2D0145EF-B0E6-4B9A-B186-AB2803E11754}" type="pres">
      <dgm:prSet presAssocID="{14511FFE-2F0B-4C2C-9D4D-365025607705}" presName="node" presStyleLbl="node1" presStyleIdx="4" presStyleCnt="5" custScaleX="120148" custScaleY="118445" custRadScaleRad="92696" custRadScaleInc="8005">
        <dgm:presLayoutVars>
          <dgm:bulletEnabled val="1"/>
        </dgm:presLayoutVars>
      </dgm:prSet>
      <dgm:spPr/>
    </dgm:pt>
    <dgm:pt modelId="{815D249D-DC55-4148-8505-F0C73F8F1CEB}" type="pres">
      <dgm:prSet presAssocID="{14511FFE-2F0B-4C2C-9D4D-365025607705}" presName="spNode" presStyleCnt="0"/>
      <dgm:spPr/>
    </dgm:pt>
    <dgm:pt modelId="{5A0BA11E-FD55-49B4-BFC2-9516DFA0E6AB}" type="pres">
      <dgm:prSet presAssocID="{5DD85D42-509C-4BC0-A98A-F0214E3C3FC8}" presName="sibTrans" presStyleLbl="sibTrans1D1" presStyleIdx="4" presStyleCnt="5"/>
      <dgm:spPr/>
    </dgm:pt>
  </dgm:ptLst>
  <dgm:cxnLst>
    <dgm:cxn modelId="{4F171305-0386-4C0D-B184-A517EC63D2D7}" srcId="{1DC698B4-A947-4149-AC31-78D9E7469D40}" destId="{CCAF2F2C-FC89-4AC4-9C08-7EB190FF8D97}" srcOrd="0" destOrd="0" parTransId="{94CA815C-2894-4D14-81BA-A24A0117526A}" sibTransId="{DF4499DE-6E7F-41F8-8A98-156B3C53477E}"/>
    <dgm:cxn modelId="{813E160A-4545-40D9-9CF6-2C1607F2BE9B}" type="presOf" srcId="{CCAF2F2C-FC89-4AC4-9C08-7EB190FF8D97}" destId="{8A827C3C-8743-42BB-89D3-D754E4B92082}" srcOrd="0" destOrd="0" presId="urn:microsoft.com/office/officeart/2005/8/layout/cycle5"/>
    <dgm:cxn modelId="{33B7FC0F-2A5C-4309-B84C-BD942D0F55CB}" srcId="{1DC698B4-A947-4149-AC31-78D9E7469D40}" destId="{EBC92D4A-2ECA-43E0-879B-A1604D637222}" srcOrd="1" destOrd="0" parTransId="{0748830A-FC99-44DC-AB12-2669A2EA3239}" sibTransId="{68056916-B1BB-4B61-A251-CC4DC2A3ED29}"/>
    <dgm:cxn modelId="{9751DC5D-0080-4AB9-8AF0-D9E483DCF609}" type="presOf" srcId="{14511FFE-2F0B-4C2C-9D4D-365025607705}" destId="{2D0145EF-B0E6-4B9A-B186-AB2803E11754}" srcOrd="0" destOrd="0" presId="urn:microsoft.com/office/officeart/2005/8/layout/cycle5"/>
    <dgm:cxn modelId="{790EB442-16E9-4849-9F36-F24925EE7AAD}" type="presOf" srcId="{7996E379-18F5-4A19-8F1B-556EEA4859B6}" destId="{5B19856D-259C-4B3B-93AC-7D5A4BC3C7CA}" srcOrd="0" destOrd="0" presId="urn:microsoft.com/office/officeart/2005/8/layout/cycle5"/>
    <dgm:cxn modelId="{C1D7EB6B-A430-43A7-ACA6-E449AD11D1BB}" type="presOf" srcId="{DF4499DE-6E7F-41F8-8A98-156B3C53477E}" destId="{D3A55C63-C35F-4CC0-B5FB-29848C7F9D64}" srcOrd="0" destOrd="0" presId="urn:microsoft.com/office/officeart/2005/8/layout/cycle5"/>
    <dgm:cxn modelId="{C4E1FF78-EE66-4186-82D4-30E1845F78EE}" type="presOf" srcId="{08CE0F12-DA0C-43C8-94E6-DDA9498ADDC1}" destId="{56EE5018-8D64-4119-A1D3-39917DD2B9F6}" srcOrd="0" destOrd="0" presId="urn:microsoft.com/office/officeart/2005/8/layout/cycle5"/>
    <dgm:cxn modelId="{6D99C588-1084-4296-9FFD-540D86C2D3F0}" srcId="{1DC698B4-A947-4149-AC31-78D9E7469D40}" destId="{A2645AF4-C62F-42F2-9DE2-7BB33AA04DA1}" srcOrd="3" destOrd="0" parTransId="{91CF505E-0D2D-41EE-977C-039097A54988}" sibTransId="{7996E379-18F5-4A19-8F1B-556EEA4859B6}"/>
    <dgm:cxn modelId="{3542839E-EE8F-4E33-8C98-FC471254CE93}" type="presOf" srcId="{C4A161DE-70DA-4781-AABE-182C2C64E583}" destId="{A6E9870D-DA4D-4791-A7A7-B62EAB0378B8}" srcOrd="0" destOrd="0" presId="urn:microsoft.com/office/officeart/2005/8/layout/cycle5"/>
    <dgm:cxn modelId="{C2DF24A5-8711-472C-8596-595432092DCD}" type="presOf" srcId="{68056916-B1BB-4B61-A251-CC4DC2A3ED29}" destId="{52A43097-A85A-4BEE-AA35-ACC172E35DBA}" srcOrd="0" destOrd="0" presId="urn:microsoft.com/office/officeart/2005/8/layout/cycle5"/>
    <dgm:cxn modelId="{88164CA5-AEE2-47EE-A206-9053101A4966}" srcId="{1DC698B4-A947-4149-AC31-78D9E7469D40}" destId="{14511FFE-2F0B-4C2C-9D4D-365025607705}" srcOrd="4" destOrd="0" parTransId="{275F98E2-4696-4DBC-B6C5-5463625B7FD5}" sibTransId="{5DD85D42-509C-4BC0-A98A-F0214E3C3FC8}"/>
    <dgm:cxn modelId="{F233A4B0-E000-4A1D-94AD-49ABD1340E0D}" type="presOf" srcId="{5DD85D42-509C-4BC0-A98A-F0214E3C3FC8}" destId="{5A0BA11E-FD55-49B4-BFC2-9516DFA0E6AB}" srcOrd="0" destOrd="0" presId="urn:microsoft.com/office/officeart/2005/8/layout/cycle5"/>
    <dgm:cxn modelId="{E6F878BB-EAFB-4640-AA22-E64F02B3CEE2}" type="presOf" srcId="{A2645AF4-C62F-42F2-9DE2-7BB33AA04DA1}" destId="{DAAFC38F-EDE8-459B-8491-60D1B2F25F8B}" srcOrd="0" destOrd="0" presId="urn:microsoft.com/office/officeart/2005/8/layout/cycle5"/>
    <dgm:cxn modelId="{CF71A7D0-DD98-4B8C-B431-82F49353DE0C}" type="presOf" srcId="{EBC92D4A-2ECA-43E0-879B-A1604D637222}" destId="{E91DBEC0-18FD-4F15-AAE6-850DADC8259E}" srcOrd="0" destOrd="0" presId="urn:microsoft.com/office/officeart/2005/8/layout/cycle5"/>
    <dgm:cxn modelId="{1DC3D8DF-54DD-4077-944C-DD97AA714014}" type="presOf" srcId="{1DC698B4-A947-4149-AC31-78D9E7469D40}" destId="{F06BCF92-FE7D-49D1-AA0E-9D10DF422317}" srcOrd="0" destOrd="0" presId="urn:microsoft.com/office/officeart/2005/8/layout/cycle5"/>
    <dgm:cxn modelId="{9457F1E9-5B21-4526-9BFF-20E80DF41035}" srcId="{1DC698B4-A947-4149-AC31-78D9E7469D40}" destId="{C4A161DE-70DA-4781-AABE-182C2C64E583}" srcOrd="2" destOrd="0" parTransId="{C00010E9-C4A3-4F08-9F9A-6A089C9B0405}" sibTransId="{08CE0F12-DA0C-43C8-94E6-DDA9498ADDC1}"/>
    <dgm:cxn modelId="{001FEE00-82E3-43AA-89B1-5F59C4D38867}" type="presParOf" srcId="{F06BCF92-FE7D-49D1-AA0E-9D10DF422317}" destId="{8A827C3C-8743-42BB-89D3-D754E4B92082}" srcOrd="0" destOrd="0" presId="urn:microsoft.com/office/officeart/2005/8/layout/cycle5"/>
    <dgm:cxn modelId="{B157C19A-933D-495A-97E5-56C4AE7E7801}" type="presParOf" srcId="{F06BCF92-FE7D-49D1-AA0E-9D10DF422317}" destId="{6320989D-7678-4547-8F7D-F7A7AB6C8493}" srcOrd="1" destOrd="0" presId="urn:microsoft.com/office/officeart/2005/8/layout/cycle5"/>
    <dgm:cxn modelId="{22A3E9AF-BFC4-48F1-803C-83C3698A016C}" type="presParOf" srcId="{F06BCF92-FE7D-49D1-AA0E-9D10DF422317}" destId="{D3A55C63-C35F-4CC0-B5FB-29848C7F9D64}" srcOrd="2" destOrd="0" presId="urn:microsoft.com/office/officeart/2005/8/layout/cycle5"/>
    <dgm:cxn modelId="{A83E7BE1-9495-46EF-BDC5-FB1D2F2D2D89}" type="presParOf" srcId="{F06BCF92-FE7D-49D1-AA0E-9D10DF422317}" destId="{E91DBEC0-18FD-4F15-AAE6-850DADC8259E}" srcOrd="3" destOrd="0" presId="urn:microsoft.com/office/officeart/2005/8/layout/cycle5"/>
    <dgm:cxn modelId="{725FC57E-8CCD-43A3-A391-5FE3CFEB5BE1}" type="presParOf" srcId="{F06BCF92-FE7D-49D1-AA0E-9D10DF422317}" destId="{C4C4CD8D-CEA6-4380-8C27-473DCBBBA89A}" srcOrd="4" destOrd="0" presId="urn:microsoft.com/office/officeart/2005/8/layout/cycle5"/>
    <dgm:cxn modelId="{0486B4F0-AA36-44CF-9792-0D66AC12EAFA}" type="presParOf" srcId="{F06BCF92-FE7D-49D1-AA0E-9D10DF422317}" destId="{52A43097-A85A-4BEE-AA35-ACC172E35DBA}" srcOrd="5" destOrd="0" presId="urn:microsoft.com/office/officeart/2005/8/layout/cycle5"/>
    <dgm:cxn modelId="{8580D5F2-E316-456D-8429-B78AEC83A728}" type="presParOf" srcId="{F06BCF92-FE7D-49D1-AA0E-9D10DF422317}" destId="{A6E9870D-DA4D-4791-A7A7-B62EAB0378B8}" srcOrd="6" destOrd="0" presId="urn:microsoft.com/office/officeart/2005/8/layout/cycle5"/>
    <dgm:cxn modelId="{1F0F5FB3-AB22-4845-BCD1-5A8406356F92}" type="presParOf" srcId="{F06BCF92-FE7D-49D1-AA0E-9D10DF422317}" destId="{9F812C80-CCB1-4BF5-9868-89240D6DDC7C}" srcOrd="7" destOrd="0" presId="urn:microsoft.com/office/officeart/2005/8/layout/cycle5"/>
    <dgm:cxn modelId="{77AB92B2-5B32-40E7-83E6-27FC93B19E20}" type="presParOf" srcId="{F06BCF92-FE7D-49D1-AA0E-9D10DF422317}" destId="{56EE5018-8D64-4119-A1D3-39917DD2B9F6}" srcOrd="8" destOrd="0" presId="urn:microsoft.com/office/officeart/2005/8/layout/cycle5"/>
    <dgm:cxn modelId="{DF595D08-3277-4CE9-BF51-14C520DCDC21}" type="presParOf" srcId="{F06BCF92-FE7D-49D1-AA0E-9D10DF422317}" destId="{DAAFC38F-EDE8-459B-8491-60D1B2F25F8B}" srcOrd="9" destOrd="0" presId="urn:microsoft.com/office/officeart/2005/8/layout/cycle5"/>
    <dgm:cxn modelId="{32D15594-345F-458E-96A9-4D072FF82B64}" type="presParOf" srcId="{F06BCF92-FE7D-49D1-AA0E-9D10DF422317}" destId="{901128E6-A160-4480-91B0-1BF831280CDF}" srcOrd="10" destOrd="0" presId="urn:microsoft.com/office/officeart/2005/8/layout/cycle5"/>
    <dgm:cxn modelId="{96536144-A22B-4A10-99FA-884DD5EA7663}" type="presParOf" srcId="{F06BCF92-FE7D-49D1-AA0E-9D10DF422317}" destId="{5B19856D-259C-4B3B-93AC-7D5A4BC3C7CA}" srcOrd="11" destOrd="0" presId="urn:microsoft.com/office/officeart/2005/8/layout/cycle5"/>
    <dgm:cxn modelId="{1C983ABE-F20D-43C8-9C4C-7F08ABDB2522}" type="presParOf" srcId="{F06BCF92-FE7D-49D1-AA0E-9D10DF422317}" destId="{2D0145EF-B0E6-4B9A-B186-AB2803E11754}" srcOrd="12" destOrd="0" presId="urn:microsoft.com/office/officeart/2005/8/layout/cycle5"/>
    <dgm:cxn modelId="{C935167C-A7D9-445C-9B51-E101DF59C22C}" type="presParOf" srcId="{F06BCF92-FE7D-49D1-AA0E-9D10DF422317}" destId="{815D249D-DC55-4148-8505-F0C73F8F1CEB}" srcOrd="13" destOrd="0" presId="urn:microsoft.com/office/officeart/2005/8/layout/cycle5"/>
    <dgm:cxn modelId="{7B3C406E-B180-4176-B2F0-1EFA5B47709B}" type="presParOf" srcId="{F06BCF92-FE7D-49D1-AA0E-9D10DF422317}" destId="{5A0BA11E-FD55-49B4-BFC2-9516DFA0E6AB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C698B4-A947-4149-AC31-78D9E7469D40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AF2F2C-FC89-4AC4-9C08-7EB190FF8D97}">
      <dgm:prSet phldrT="[Text]" custT="1"/>
      <dgm:spPr/>
      <dgm:t>
        <a:bodyPr/>
        <a:lstStyle/>
        <a:p>
          <a:r>
            <a:rPr lang="en-US" sz="1800" dirty="0"/>
            <a:t>Take an inventory</a:t>
          </a:r>
        </a:p>
      </dgm:t>
    </dgm:pt>
    <dgm:pt modelId="{94CA815C-2894-4D14-81BA-A24A0117526A}" type="parTrans" cxnId="{4F171305-0386-4C0D-B184-A517EC63D2D7}">
      <dgm:prSet/>
      <dgm:spPr/>
      <dgm:t>
        <a:bodyPr/>
        <a:lstStyle/>
        <a:p>
          <a:endParaRPr lang="en-US" sz="2400"/>
        </a:p>
      </dgm:t>
    </dgm:pt>
    <dgm:pt modelId="{DF4499DE-6E7F-41F8-8A98-156B3C53477E}" type="sibTrans" cxnId="{4F171305-0386-4C0D-B184-A517EC63D2D7}">
      <dgm:prSet/>
      <dgm:spPr/>
      <dgm:t>
        <a:bodyPr/>
        <a:lstStyle/>
        <a:p>
          <a:endParaRPr lang="en-US" sz="2400"/>
        </a:p>
      </dgm:t>
    </dgm:pt>
    <dgm:pt modelId="{EBC92D4A-2ECA-43E0-879B-A1604D637222}">
      <dgm:prSet phldrT="[Text]" custT="1"/>
      <dgm:spPr/>
      <dgm:t>
        <a:bodyPr/>
        <a:lstStyle/>
        <a:p>
          <a:r>
            <a:rPr lang="en-US" sz="1800" dirty="0"/>
            <a:t>Compare to your offers</a:t>
          </a:r>
        </a:p>
      </dgm:t>
    </dgm:pt>
    <dgm:pt modelId="{0748830A-FC99-44DC-AB12-2669A2EA3239}" type="parTrans" cxnId="{33B7FC0F-2A5C-4309-B84C-BD942D0F55CB}">
      <dgm:prSet/>
      <dgm:spPr/>
      <dgm:t>
        <a:bodyPr/>
        <a:lstStyle/>
        <a:p>
          <a:endParaRPr lang="en-US" sz="2400"/>
        </a:p>
      </dgm:t>
    </dgm:pt>
    <dgm:pt modelId="{68056916-B1BB-4B61-A251-CC4DC2A3ED29}" type="sibTrans" cxnId="{33B7FC0F-2A5C-4309-B84C-BD942D0F55CB}">
      <dgm:prSet/>
      <dgm:spPr/>
      <dgm:t>
        <a:bodyPr/>
        <a:lstStyle/>
        <a:p>
          <a:endParaRPr lang="en-US" sz="2400"/>
        </a:p>
      </dgm:t>
    </dgm:pt>
    <dgm:pt modelId="{C4A161DE-70DA-4781-AABE-182C2C64E583}">
      <dgm:prSet phldrT="[Text]" custT="1"/>
      <dgm:spPr/>
      <dgm:t>
        <a:bodyPr/>
        <a:lstStyle/>
        <a:p>
          <a:r>
            <a:rPr lang="en-US" sz="1800" dirty="0"/>
            <a:t>Review feedback handling</a:t>
          </a:r>
        </a:p>
      </dgm:t>
    </dgm:pt>
    <dgm:pt modelId="{C00010E9-C4A3-4F08-9F9A-6A089C9B0405}" type="parTrans" cxnId="{9457F1E9-5B21-4526-9BFF-20E80DF41035}">
      <dgm:prSet/>
      <dgm:spPr/>
      <dgm:t>
        <a:bodyPr/>
        <a:lstStyle/>
        <a:p>
          <a:endParaRPr lang="en-US" sz="2400"/>
        </a:p>
      </dgm:t>
    </dgm:pt>
    <dgm:pt modelId="{08CE0F12-DA0C-43C8-94E6-DDA9498ADDC1}" type="sibTrans" cxnId="{9457F1E9-5B21-4526-9BFF-20E80DF41035}">
      <dgm:prSet/>
      <dgm:spPr/>
      <dgm:t>
        <a:bodyPr/>
        <a:lstStyle/>
        <a:p>
          <a:endParaRPr lang="en-US" sz="2400"/>
        </a:p>
      </dgm:t>
    </dgm:pt>
    <dgm:pt modelId="{A2645AF4-C62F-42F2-9DE2-7BB33AA04DA1}">
      <dgm:prSet phldrT="[Text]" custT="1"/>
      <dgm:spPr/>
      <dgm:t>
        <a:bodyPr/>
        <a:lstStyle/>
        <a:p>
          <a:r>
            <a:rPr lang="en-US" sz="1800" dirty="0"/>
            <a:t>Measure TTFS</a:t>
          </a:r>
        </a:p>
      </dgm:t>
    </dgm:pt>
    <dgm:pt modelId="{91CF505E-0D2D-41EE-977C-039097A54988}" type="parTrans" cxnId="{6D99C588-1084-4296-9FFD-540D86C2D3F0}">
      <dgm:prSet/>
      <dgm:spPr/>
      <dgm:t>
        <a:bodyPr/>
        <a:lstStyle/>
        <a:p>
          <a:endParaRPr lang="en-US" sz="2400"/>
        </a:p>
      </dgm:t>
    </dgm:pt>
    <dgm:pt modelId="{7996E379-18F5-4A19-8F1B-556EEA4859B6}" type="sibTrans" cxnId="{6D99C588-1084-4296-9FFD-540D86C2D3F0}">
      <dgm:prSet/>
      <dgm:spPr/>
      <dgm:t>
        <a:bodyPr/>
        <a:lstStyle/>
        <a:p>
          <a:endParaRPr lang="en-US" sz="2400"/>
        </a:p>
      </dgm:t>
    </dgm:pt>
    <dgm:pt modelId="{14511FFE-2F0B-4C2C-9D4D-365025607705}">
      <dgm:prSet phldrT="[Text]" custT="1"/>
      <dgm:spPr/>
      <dgm:t>
        <a:bodyPr/>
        <a:lstStyle/>
        <a:p>
          <a:r>
            <a:rPr lang="en-US" sz="1800"/>
            <a:t>Report findings</a:t>
          </a:r>
        </a:p>
      </dgm:t>
    </dgm:pt>
    <dgm:pt modelId="{275F98E2-4696-4DBC-B6C5-5463625B7FD5}" type="parTrans" cxnId="{88164CA5-AEE2-47EE-A206-9053101A4966}">
      <dgm:prSet/>
      <dgm:spPr/>
      <dgm:t>
        <a:bodyPr/>
        <a:lstStyle/>
        <a:p>
          <a:endParaRPr lang="en-US" sz="2400"/>
        </a:p>
      </dgm:t>
    </dgm:pt>
    <dgm:pt modelId="{5DD85D42-509C-4BC0-A98A-F0214E3C3FC8}" type="sibTrans" cxnId="{88164CA5-AEE2-47EE-A206-9053101A4966}">
      <dgm:prSet/>
      <dgm:spPr/>
      <dgm:t>
        <a:bodyPr/>
        <a:lstStyle/>
        <a:p>
          <a:endParaRPr lang="en-US" sz="2400"/>
        </a:p>
      </dgm:t>
    </dgm:pt>
    <dgm:pt modelId="{F06BCF92-FE7D-49D1-AA0E-9D10DF422317}" type="pres">
      <dgm:prSet presAssocID="{1DC698B4-A947-4149-AC31-78D9E7469D40}" presName="cycle" presStyleCnt="0">
        <dgm:presLayoutVars>
          <dgm:dir/>
          <dgm:resizeHandles val="exact"/>
        </dgm:presLayoutVars>
      </dgm:prSet>
      <dgm:spPr/>
    </dgm:pt>
    <dgm:pt modelId="{8A827C3C-8743-42BB-89D3-D754E4B92082}" type="pres">
      <dgm:prSet presAssocID="{CCAF2F2C-FC89-4AC4-9C08-7EB190FF8D97}" presName="node" presStyleLbl="node1" presStyleIdx="0" presStyleCnt="5" custScaleX="122100" custScaleY="121950">
        <dgm:presLayoutVars>
          <dgm:bulletEnabled val="1"/>
        </dgm:presLayoutVars>
      </dgm:prSet>
      <dgm:spPr/>
    </dgm:pt>
    <dgm:pt modelId="{6320989D-7678-4547-8F7D-F7A7AB6C8493}" type="pres">
      <dgm:prSet presAssocID="{CCAF2F2C-FC89-4AC4-9C08-7EB190FF8D97}" presName="spNode" presStyleCnt="0"/>
      <dgm:spPr/>
    </dgm:pt>
    <dgm:pt modelId="{D3A55C63-C35F-4CC0-B5FB-29848C7F9D64}" type="pres">
      <dgm:prSet presAssocID="{DF4499DE-6E7F-41F8-8A98-156B3C53477E}" presName="sibTrans" presStyleLbl="sibTrans1D1" presStyleIdx="0" presStyleCnt="5"/>
      <dgm:spPr/>
    </dgm:pt>
    <dgm:pt modelId="{E91DBEC0-18FD-4F15-AAE6-850DADC8259E}" type="pres">
      <dgm:prSet presAssocID="{EBC92D4A-2ECA-43E0-879B-A1604D637222}" presName="node" presStyleLbl="node1" presStyleIdx="1" presStyleCnt="5" custScaleX="121591" custScaleY="135364" custRadScaleRad="99795" custRadScaleInc="17059">
        <dgm:presLayoutVars>
          <dgm:bulletEnabled val="1"/>
        </dgm:presLayoutVars>
      </dgm:prSet>
      <dgm:spPr/>
    </dgm:pt>
    <dgm:pt modelId="{C4C4CD8D-CEA6-4380-8C27-473DCBBBA89A}" type="pres">
      <dgm:prSet presAssocID="{EBC92D4A-2ECA-43E0-879B-A1604D637222}" presName="spNode" presStyleCnt="0"/>
      <dgm:spPr/>
    </dgm:pt>
    <dgm:pt modelId="{52A43097-A85A-4BEE-AA35-ACC172E35DBA}" type="pres">
      <dgm:prSet presAssocID="{68056916-B1BB-4B61-A251-CC4DC2A3ED29}" presName="sibTrans" presStyleLbl="sibTrans1D1" presStyleIdx="1" presStyleCnt="5"/>
      <dgm:spPr/>
    </dgm:pt>
    <dgm:pt modelId="{A6E9870D-DA4D-4791-A7A7-B62EAB0378B8}" type="pres">
      <dgm:prSet presAssocID="{C4A161DE-70DA-4781-AABE-182C2C64E583}" presName="node" presStyleLbl="node1" presStyleIdx="2" presStyleCnt="5" custScaleX="140375" custScaleY="119645">
        <dgm:presLayoutVars>
          <dgm:bulletEnabled val="1"/>
        </dgm:presLayoutVars>
      </dgm:prSet>
      <dgm:spPr/>
    </dgm:pt>
    <dgm:pt modelId="{9F812C80-CCB1-4BF5-9868-89240D6DDC7C}" type="pres">
      <dgm:prSet presAssocID="{C4A161DE-70DA-4781-AABE-182C2C64E583}" presName="spNode" presStyleCnt="0"/>
      <dgm:spPr/>
    </dgm:pt>
    <dgm:pt modelId="{56EE5018-8D64-4119-A1D3-39917DD2B9F6}" type="pres">
      <dgm:prSet presAssocID="{08CE0F12-DA0C-43C8-94E6-DDA9498ADDC1}" presName="sibTrans" presStyleLbl="sibTrans1D1" presStyleIdx="2" presStyleCnt="5"/>
      <dgm:spPr/>
    </dgm:pt>
    <dgm:pt modelId="{DAAFC38F-EDE8-459B-8491-60D1B2F25F8B}" type="pres">
      <dgm:prSet presAssocID="{A2645AF4-C62F-42F2-9DE2-7BB33AA04DA1}" presName="node" presStyleLbl="node1" presStyleIdx="3" presStyleCnt="5" custScaleX="126444" custScaleY="126037">
        <dgm:presLayoutVars>
          <dgm:bulletEnabled val="1"/>
        </dgm:presLayoutVars>
      </dgm:prSet>
      <dgm:spPr/>
    </dgm:pt>
    <dgm:pt modelId="{901128E6-A160-4480-91B0-1BF831280CDF}" type="pres">
      <dgm:prSet presAssocID="{A2645AF4-C62F-42F2-9DE2-7BB33AA04DA1}" presName="spNode" presStyleCnt="0"/>
      <dgm:spPr/>
    </dgm:pt>
    <dgm:pt modelId="{5B19856D-259C-4B3B-93AC-7D5A4BC3C7CA}" type="pres">
      <dgm:prSet presAssocID="{7996E379-18F5-4A19-8F1B-556EEA4859B6}" presName="sibTrans" presStyleLbl="sibTrans1D1" presStyleIdx="3" presStyleCnt="5"/>
      <dgm:spPr/>
    </dgm:pt>
    <dgm:pt modelId="{2D0145EF-B0E6-4B9A-B186-AB2803E11754}" type="pres">
      <dgm:prSet presAssocID="{14511FFE-2F0B-4C2C-9D4D-365025607705}" presName="node" presStyleLbl="node1" presStyleIdx="4" presStyleCnt="5" custScaleX="120148" custScaleY="118445" custRadScaleRad="92696" custRadScaleInc="8005">
        <dgm:presLayoutVars>
          <dgm:bulletEnabled val="1"/>
        </dgm:presLayoutVars>
      </dgm:prSet>
      <dgm:spPr/>
    </dgm:pt>
    <dgm:pt modelId="{815D249D-DC55-4148-8505-F0C73F8F1CEB}" type="pres">
      <dgm:prSet presAssocID="{14511FFE-2F0B-4C2C-9D4D-365025607705}" presName="spNode" presStyleCnt="0"/>
      <dgm:spPr/>
    </dgm:pt>
    <dgm:pt modelId="{5A0BA11E-FD55-49B4-BFC2-9516DFA0E6AB}" type="pres">
      <dgm:prSet presAssocID="{5DD85D42-509C-4BC0-A98A-F0214E3C3FC8}" presName="sibTrans" presStyleLbl="sibTrans1D1" presStyleIdx="4" presStyleCnt="5"/>
      <dgm:spPr/>
    </dgm:pt>
  </dgm:ptLst>
  <dgm:cxnLst>
    <dgm:cxn modelId="{4F171305-0386-4C0D-B184-A517EC63D2D7}" srcId="{1DC698B4-A947-4149-AC31-78D9E7469D40}" destId="{CCAF2F2C-FC89-4AC4-9C08-7EB190FF8D97}" srcOrd="0" destOrd="0" parTransId="{94CA815C-2894-4D14-81BA-A24A0117526A}" sibTransId="{DF4499DE-6E7F-41F8-8A98-156B3C53477E}"/>
    <dgm:cxn modelId="{813E160A-4545-40D9-9CF6-2C1607F2BE9B}" type="presOf" srcId="{CCAF2F2C-FC89-4AC4-9C08-7EB190FF8D97}" destId="{8A827C3C-8743-42BB-89D3-D754E4B92082}" srcOrd="0" destOrd="0" presId="urn:microsoft.com/office/officeart/2005/8/layout/cycle5"/>
    <dgm:cxn modelId="{33B7FC0F-2A5C-4309-B84C-BD942D0F55CB}" srcId="{1DC698B4-A947-4149-AC31-78D9E7469D40}" destId="{EBC92D4A-2ECA-43E0-879B-A1604D637222}" srcOrd="1" destOrd="0" parTransId="{0748830A-FC99-44DC-AB12-2669A2EA3239}" sibTransId="{68056916-B1BB-4B61-A251-CC4DC2A3ED29}"/>
    <dgm:cxn modelId="{9751DC5D-0080-4AB9-8AF0-D9E483DCF609}" type="presOf" srcId="{14511FFE-2F0B-4C2C-9D4D-365025607705}" destId="{2D0145EF-B0E6-4B9A-B186-AB2803E11754}" srcOrd="0" destOrd="0" presId="urn:microsoft.com/office/officeart/2005/8/layout/cycle5"/>
    <dgm:cxn modelId="{790EB442-16E9-4849-9F36-F24925EE7AAD}" type="presOf" srcId="{7996E379-18F5-4A19-8F1B-556EEA4859B6}" destId="{5B19856D-259C-4B3B-93AC-7D5A4BC3C7CA}" srcOrd="0" destOrd="0" presId="urn:microsoft.com/office/officeart/2005/8/layout/cycle5"/>
    <dgm:cxn modelId="{C1D7EB6B-A430-43A7-ACA6-E449AD11D1BB}" type="presOf" srcId="{DF4499DE-6E7F-41F8-8A98-156B3C53477E}" destId="{D3A55C63-C35F-4CC0-B5FB-29848C7F9D64}" srcOrd="0" destOrd="0" presId="urn:microsoft.com/office/officeart/2005/8/layout/cycle5"/>
    <dgm:cxn modelId="{C4E1FF78-EE66-4186-82D4-30E1845F78EE}" type="presOf" srcId="{08CE0F12-DA0C-43C8-94E6-DDA9498ADDC1}" destId="{56EE5018-8D64-4119-A1D3-39917DD2B9F6}" srcOrd="0" destOrd="0" presId="urn:microsoft.com/office/officeart/2005/8/layout/cycle5"/>
    <dgm:cxn modelId="{6D99C588-1084-4296-9FFD-540D86C2D3F0}" srcId="{1DC698B4-A947-4149-AC31-78D9E7469D40}" destId="{A2645AF4-C62F-42F2-9DE2-7BB33AA04DA1}" srcOrd="3" destOrd="0" parTransId="{91CF505E-0D2D-41EE-977C-039097A54988}" sibTransId="{7996E379-18F5-4A19-8F1B-556EEA4859B6}"/>
    <dgm:cxn modelId="{3542839E-EE8F-4E33-8C98-FC471254CE93}" type="presOf" srcId="{C4A161DE-70DA-4781-AABE-182C2C64E583}" destId="{A6E9870D-DA4D-4791-A7A7-B62EAB0378B8}" srcOrd="0" destOrd="0" presId="urn:microsoft.com/office/officeart/2005/8/layout/cycle5"/>
    <dgm:cxn modelId="{C2DF24A5-8711-472C-8596-595432092DCD}" type="presOf" srcId="{68056916-B1BB-4B61-A251-CC4DC2A3ED29}" destId="{52A43097-A85A-4BEE-AA35-ACC172E35DBA}" srcOrd="0" destOrd="0" presId="urn:microsoft.com/office/officeart/2005/8/layout/cycle5"/>
    <dgm:cxn modelId="{88164CA5-AEE2-47EE-A206-9053101A4966}" srcId="{1DC698B4-A947-4149-AC31-78D9E7469D40}" destId="{14511FFE-2F0B-4C2C-9D4D-365025607705}" srcOrd="4" destOrd="0" parTransId="{275F98E2-4696-4DBC-B6C5-5463625B7FD5}" sibTransId="{5DD85D42-509C-4BC0-A98A-F0214E3C3FC8}"/>
    <dgm:cxn modelId="{F233A4B0-E000-4A1D-94AD-49ABD1340E0D}" type="presOf" srcId="{5DD85D42-509C-4BC0-A98A-F0214E3C3FC8}" destId="{5A0BA11E-FD55-49B4-BFC2-9516DFA0E6AB}" srcOrd="0" destOrd="0" presId="urn:microsoft.com/office/officeart/2005/8/layout/cycle5"/>
    <dgm:cxn modelId="{E6F878BB-EAFB-4640-AA22-E64F02B3CEE2}" type="presOf" srcId="{A2645AF4-C62F-42F2-9DE2-7BB33AA04DA1}" destId="{DAAFC38F-EDE8-459B-8491-60D1B2F25F8B}" srcOrd="0" destOrd="0" presId="urn:microsoft.com/office/officeart/2005/8/layout/cycle5"/>
    <dgm:cxn modelId="{CF71A7D0-DD98-4B8C-B431-82F49353DE0C}" type="presOf" srcId="{EBC92D4A-2ECA-43E0-879B-A1604D637222}" destId="{E91DBEC0-18FD-4F15-AAE6-850DADC8259E}" srcOrd="0" destOrd="0" presId="urn:microsoft.com/office/officeart/2005/8/layout/cycle5"/>
    <dgm:cxn modelId="{1DC3D8DF-54DD-4077-944C-DD97AA714014}" type="presOf" srcId="{1DC698B4-A947-4149-AC31-78D9E7469D40}" destId="{F06BCF92-FE7D-49D1-AA0E-9D10DF422317}" srcOrd="0" destOrd="0" presId="urn:microsoft.com/office/officeart/2005/8/layout/cycle5"/>
    <dgm:cxn modelId="{9457F1E9-5B21-4526-9BFF-20E80DF41035}" srcId="{1DC698B4-A947-4149-AC31-78D9E7469D40}" destId="{C4A161DE-70DA-4781-AABE-182C2C64E583}" srcOrd="2" destOrd="0" parTransId="{C00010E9-C4A3-4F08-9F9A-6A089C9B0405}" sibTransId="{08CE0F12-DA0C-43C8-94E6-DDA9498ADDC1}"/>
    <dgm:cxn modelId="{001FEE00-82E3-43AA-89B1-5F59C4D38867}" type="presParOf" srcId="{F06BCF92-FE7D-49D1-AA0E-9D10DF422317}" destId="{8A827C3C-8743-42BB-89D3-D754E4B92082}" srcOrd="0" destOrd="0" presId="urn:microsoft.com/office/officeart/2005/8/layout/cycle5"/>
    <dgm:cxn modelId="{B157C19A-933D-495A-97E5-56C4AE7E7801}" type="presParOf" srcId="{F06BCF92-FE7D-49D1-AA0E-9D10DF422317}" destId="{6320989D-7678-4547-8F7D-F7A7AB6C8493}" srcOrd="1" destOrd="0" presId="urn:microsoft.com/office/officeart/2005/8/layout/cycle5"/>
    <dgm:cxn modelId="{22A3E9AF-BFC4-48F1-803C-83C3698A016C}" type="presParOf" srcId="{F06BCF92-FE7D-49D1-AA0E-9D10DF422317}" destId="{D3A55C63-C35F-4CC0-B5FB-29848C7F9D64}" srcOrd="2" destOrd="0" presId="urn:microsoft.com/office/officeart/2005/8/layout/cycle5"/>
    <dgm:cxn modelId="{A83E7BE1-9495-46EF-BDC5-FB1D2F2D2D89}" type="presParOf" srcId="{F06BCF92-FE7D-49D1-AA0E-9D10DF422317}" destId="{E91DBEC0-18FD-4F15-AAE6-850DADC8259E}" srcOrd="3" destOrd="0" presId="urn:microsoft.com/office/officeart/2005/8/layout/cycle5"/>
    <dgm:cxn modelId="{725FC57E-8CCD-43A3-A391-5FE3CFEB5BE1}" type="presParOf" srcId="{F06BCF92-FE7D-49D1-AA0E-9D10DF422317}" destId="{C4C4CD8D-CEA6-4380-8C27-473DCBBBA89A}" srcOrd="4" destOrd="0" presId="urn:microsoft.com/office/officeart/2005/8/layout/cycle5"/>
    <dgm:cxn modelId="{0486B4F0-AA36-44CF-9792-0D66AC12EAFA}" type="presParOf" srcId="{F06BCF92-FE7D-49D1-AA0E-9D10DF422317}" destId="{52A43097-A85A-4BEE-AA35-ACC172E35DBA}" srcOrd="5" destOrd="0" presId="urn:microsoft.com/office/officeart/2005/8/layout/cycle5"/>
    <dgm:cxn modelId="{8580D5F2-E316-456D-8429-B78AEC83A728}" type="presParOf" srcId="{F06BCF92-FE7D-49D1-AA0E-9D10DF422317}" destId="{A6E9870D-DA4D-4791-A7A7-B62EAB0378B8}" srcOrd="6" destOrd="0" presId="urn:microsoft.com/office/officeart/2005/8/layout/cycle5"/>
    <dgm:cxn modelId="{1F0F5FB3-AB22-4845-BCD1-5A8406356F92}" type="presParOf" srcId="{F06BCF92-FE7D-49D1-AA0E-9D10DF422317}" destId="{9F812C80-CCB1-4BF5-9868-89240D6DDC7C}" srcOrd="7" destOrd="0" presId="urn:microsoft.com/office/officeart/2005/8/layout/cycle5"/>
    <dgm:cxn modelId="{77AB92B2-5B32-40E7-83E6-27FC93B19E20}" type="presParOf" srcId="{F06BCF92-FE7D-49D1-AA0E-9D10DF422317}" destId="{56EE5018-8D64-4119-A1D3-39917DD2B9F6}" srcOrd="8" destOrd="0" presId="urn:microsoft.com/office/officeart/2005/8/layout/cycle5"/>
    <dgm:cxn modelId="{DF595D08-3277-4CE9-BF51-14C520DCDC21}" type="presParOf" srcId="{F06BCF92-FE7D-49D1-AA0E-9D10DF422317}" destId="{DAAFC38F-EDE8-459B-8491-60D1B2F25F8B}" srcOrd="9" destOrd="0" presId="urn:microsoft.com/office/officeart/2005/8/layout/cycle5"/>
    <dgm:cxn modelId="{32D15594-345F-458E-96A9-4D072FF82B64}" type="presParOf" srcId="{F06BCF92-FE7D-49D1-AA0E-9D10DF422317}" destId="{901128E6-A160-4480-91B0-1BF831280CDF}" srcOrd="10" destOrd="0" presId="urn:microsoft.com/office/officeart/2005/8/layout/cycle5"/>
    <dgm:cxn modelId="{96536144-A22B-4A10-99FA-884DD5EA7663}" type="presParOf" srcId="{F06BCF92-FE7D-49D1-AA0E-9D10DF422317}" destId="{5B19856D-259C-4B3B-93AC-7D5A4BC3C7CA}" srcOrd="11" destOrd="0" presId="urn:microsoft.com/office/officeart/2005/8/layout/cycle5"/>
    <dgm:cxn modelId="{1C983ABE-F20D-43C8-9C4C-7F08ABDB2522}" type="presParOf" srcId="{F06BCF92-FE7D-49D1-AA0E-9D10DF422317}" destId="{2D0145EF-B0E6-4B9A-B186-AB2803E11754}" srcOrd="12" destOrd="0" presId="urn:microsoft.com/office/officeart/2005/8/layout/cycle5"/>
    <dgm:cxn modelId="{C935167C-A7D9-445C-9B51-E101DF59C22C}" type="presParOf" srcId="{F06BCF92-FE7D-49D1-AA0E-9D10DF422317}" destId="{815D249D-DC55-4148-8505-F0C73F8F1CEB}" srcOrd="13" destOrd="0" presId="urn:microsoft.com/office/officeart/2005/8/layout/cycle5"/>
    <dgm:cxn modelId="{7B3C406E-B180-4176-B2F0-1EFA5B47709B}" type="presParOf" srcId="{F06BCF92-FE7D-49D1-AA0E-9D10DF422317}" destId="{5A0BA11E-FD55-49B4-BFC2-9516DFA0E6AB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39C04-C6A9-408B-ABBC-9386C705A8BA}">
      <dsp:nvSpPr>
        <dsp:cNvPr id="0" name=""/>
        <dsp:cNvSpPr/>
      </dsp:nvSpPr>
      <dsp:spPr>
        <a:xfrm>
          <a:off x="7781" y="345609"/>
          <a:ext cx="3079419" cy="923825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67" tIns="114067" rIns="114067" bIns="114067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Step 1</a:t>
          </a:r>
        </a:p>
      </dsp:txBody>
      <dsp:txXfrm>
        <a:off x="284929" y="345609"/>
        <a:ext cx="2525124" cy="923825"/>
      </dsp:txXfrm>
    </dsp:sp>
    <dsp:sp modelId="{FFA25676-F7ED-4F8F-81CA-591B65AA199E}">
      <dsp:nvSpPr>
        <dsp:cNvPr id="0" name=""/>
        <dsp:cNvSpPr/>
      </dsp:nvSpPr>
      <dsp:spPr>
        <a:xfrm>
          <a:off x="7781" y="1269435"/>
          <a:ext cx="2802271" cy="24540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442" tIns="221442" rIns="221442" bIns="442884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Define your baseline offers</a:t>
          </a:r>
        </a:p>
      </dsp:txBody>
      <dsp:txXfrm>
        <a:off x="7781" y="1269435"/>
        <a:ext cx="2802271" cy="2454035"/>
      </dsp:txXfrm>
    </dsp:sp>
    <dsp:sp modelId="{2CB3E8B6-B06F-4E24-9407-96AA5AB95947}">
      <dsp:nvSpPr>
        <dsp:cNvPr id="0" name=""/>
        <dsp:cNvSpPr/>
      </dsp:nvSpPr>
      <dsp:spPr>
        <a:xfrm>
          <a:off x="3041434" y="345609"/>
          <a:ext cx="3079419" cy="923825"/>
        </a:xfrm>
        <a:prstGeom prst="chevron">
          <a:avLst>
            <a:gd name="adj" fmla="val 3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67" tIns="114067" rIns="114067" bIns="114067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Step 2</a:t>
          </a:r>
        </a:p>
      </dsp:txBody>
      <dsp:txXfrm>
        <a:off x="3318582" y="345609"/>
        <a:ext cx="2525124" cy="923825"/>
      </dsp:txXfrm>
    </dsp:sp>
    <dsp:sp modelId="{82EED356-9B8D-483C-B110-6A73279FBE59}">
      <dsp:nvSpPr>
        <dsp:cNvPr id="0" name=""/>
        <dsp:cNvSpPr/>
      </dsp:nvSpPr>
      <dsp:spPr>
        <a:xfrm>
          <a:off x="3041434" y="1269435"/>
          <a:ext cx="2802271" cy="245403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442" tIns="221442" rIns="221442" bIns="442884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Map your capabilities and offer maturity</a:t>
          </a:r>
        </a:p>
      </dsp:txBody>
      <dsp:txXfrm>
        <a:off x="3041434" y="1269435"/>
        <a:ext cx="2802271" cy="2454035"/>
      </dsp:txXfrm>
    </dsp:sp>
    <dsp:sp modelId="{5884DEB9-B82D-4867-8BF0-D03660B7750C}">
      <dsp:nvSpPr>
        <dsp:cNvPr id="0" name=""/>
        <dsp:cNvSpPr/>
      </dsp:nvSpPr>
      <dsp:spPr>
        <a:xfrm>
          <a:off x="6075087" y="345609"/>
          <a:ext cx="3079419" cy="923825"/>
        </a:xfrm>
        <a:prstGeom prst="chevron">
          <a:avLst>
            <a:gd name="adj" fmla="val 3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67" tIns="114067" rIns="114067" bIns="114067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Step 3</a:t>
          </a:r>
        </a:p>
      </dsp:txBody>
      <dsp:txXfrm>
        <a:off x="6352235" y="345609"/>
        <a:ext cx="2525124" cy="923825"/>
      </dsp:txXfrm>
    </dsp:sp>
    <dsp:sp modelId="{A122CE0B-F3B8-40C6-A08A-54766C96B9C2}">
      <dsp:nvSpPr>
        <dsp:cNvPr id="0" name=""/>
        <dsp:cNvSpPr/>
      </dsp:nvSpPr>
      <dsp:spPr>
        <a:xfrm>
          <a:off x="6075087" y="1269435"/>
          <a:ext cx="2802271" cy="245403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442" tIns="221442" rIns="221442" bIns="442884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Improve with your feedback flywheel</a:t>
          </a:r>
        </a:p>
      </dsp:txBody>
      <dsp:txXfrm>
        <a:off x="6075087" y="1269435"/>
        <a:ext cx="2802271" cy="245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27C3C-8743-42BB-89D3-D754E4B92082}">
      <dsp:nvSpPr>
        <dsp:cNvPr id="0" name=""/>
        <dsp:cNvSpPr/>
      </dsp:nvSpPr>
      <dsp:spPr>
        <a:xfrm>
          <a:off x="1346603" y="-36613"/>
          <a:ext cx="1466093" cy="951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Take an inventory</a:t>
          </a:r>
        </a:p>
      </dsp:txBody>
      <dsp:txXfrm>
        <a:off x="1393066" y="9850"/>
        <a:ext cx="1373167" cy="858863"/>
      </dsp:txXfrm>
    </dsp:sp>
    <dsp:sp modelId="{D3A55C63-C35F-4CC0-B5FB-29848C7F9D64}">
      <dsp:nvSpPr>
        <dsp:cNvPr id="0" name=""/>
        <dsp:cNvSpPr/>
      </dsp:nvSpPr>
      <dsp:spPr>
        <a:xfrm>
          <a:off x="460176" y="405543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468151" y="292189"/>
              </a:moveTo>
              <a:arcTo wR="1559368" hR="1559368" stAng="18338817" swAng="92602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DBEC0-18FD-4F15-AAE6-850DADC8259E}">
      <dsp:nvSpPr>
        <dsp:cNvPr id="0" name=""/>
        <dsp:cNvSpPr/>
      </dsp:nvSpPr>
      <dsp:spPr>
        <a:xfrm>
          <a:off x="2832706" y="1096418"/>
          <a:ext cx="1459981" cy="10564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to your offers</a:t>
          </a:r>
        </a:p>
      </dsp:txBody>
      <dsp:txXfrm>
        <a:off x="2884279" y="1147991"/>
        <a:ext cx="1356835" cy="953336"/>
      </dsp:txXfrm>
    </dsp:sp>
    <dsp:sp modelId="{52A43097-A85A-4BEE-AA35-ACC172E35DBA}">
      <dsp:nvSpPr>
        <dsp:cNvPr id="0" name=""/>
        <dsp:cNvSpPr/>
      </dsp:nvSpPr>
      <dsp:spPr>
        <a:xfrm>
          <a:off x="485306" y="501540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3102520" y="1783676"/>
              </a:moveTo>
              <a:arcTo wR="1559368" hR="1559368" stAng="496225" swAng="89126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E9870D-DA4D-4791-A7A7-B62EAB0378B8}">
      <dsp:nvSpPr>
        <dsp:cNvPr id="0" name=""/>
        <dsp:cNvSpPr/>
      </dsp:nvSpPr>
      <dsp:spPr>
        <a:xfrm>
          <a:off x="2153460" y="2793305"/>
          <a:ext cx="1685526" cy="9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feedback handling</a:t>
          </a:r>
        </a:p>
      </dsp:txBody>
      <dsp:txXfrm>
        <a:off x="2199044" y="2838889"/>
        <a:ext cx="1594358" cy="842631"/>
      </dsp:txXfrm>
    </dsp:sp>
    <dsp:sp modelId="{56EE5018-8D64-4119-A1D3-39917DD2B9F6}">
      <dsp:nvSpPr>
        <dsp:cNvPr id="0" name=""/>
        <dsp:cNvSpPr/>
      </dsp:nvSpPr>
      <dsp:spPr>
        <a:xfrm>
          <a:off x="520281" y="43928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1586937" y="3118493"/>
              </a:moveTo>
              <a:arcTo wR="1559368" hR="1559368" stAng="5339220" swAng="30647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FC38F-EDE8-459B-8491-60D1B2F25F8B}">
      <dsp:nvSpPr>
        <dsp:cNvPr id="0" name=""/>
        <dsp:cNvSpPr/>
      </dsp:nvSpPr>
      <dsp:spPr>
        <a:xfrm>
          <a:off x="403949" y="2768361"/>
          <a:ext cx="1518252" cy="983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Measure TTFS</a:t>
          </a:r>
        </a:p>
      </dsp:txBody>
      <dsp:txXfrm>
        <a:off x="451969" y="2816381"/>
        <a:ext cx="1422212" cy="887647"/>
      </dsp:txXfrm>
    </dsp:sp>
    <dsp:sp modelId="{5B19856D-259C-4B3B-93AC-7D5A4BC3C7CA}">
      <dsp:nvSpPr>
        <dsp:cNvPr id="0" name=""/>
        <dsp:cNvSpPr/>
      </dsp:nvSpPr>
      <dsp:spPr>
        <a:xfrm>
          <a:off x="616922" y="642429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55913" y="1973195"/>
              </a:moveTo>
              <a:arcTo wR="1559368" hR="1559368" stAng="9876624" swAng="10850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145EF-B0E6-4B9A-B186-AB2803E11754}">
      <dsp:nvSpPr>
        <dsp:cNvPr id="0" name=""/>
        <dsp:cNvSpPr/>
      </dsp:nvSpPr>
      <dsp:spPr>
        <a:xfrm>
          <a:off x="-656" y="1043920"/>
          <a:ext cx="1442654" cy="924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Report findings</a:t>
          </a:r>
        </a:p>
      </dsp:txBody>
      <dsp:txXfrm>
        <a:off x="44471" y="1089047"/>
        <a:ext cx="1352400" cy="834180"/>
      </dsp:txXfrm>
    </dsp:sp>
    <dsp:sp modelId="{5A0BA11E-FD55-49B4-BFC2-9516DFA0E6AB}">
      <dsp:nvSpPr>
        <dsp:cNvPr id="0" name=""/>
        <dsp:cNvSpPr/>
      </dsp:nvSpPr>
      <dsp:spPr>
        <a:xfrm>
          <a:off x="789040" y="25795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63117" y="692556"/>
              </a:moveTo>
              <a:arcTo wR="1559368" hR="1559368" stAng="12826257" swAng="73305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27C3C-8743-42BB-89D3-D754E4B92082}">
      <dsp:nvSpPr>
        <dsp:cNvPr id="0" name=""/>
        <dsp:cNvSpPr/>
      </dsp:nvSpPr>
      <dsp:spPr>
        <a:xfrm>
          <a:off x="1346603" y="-36613"/>
          <a:ext cx="1466093" cy="951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Take an inventory</a:t>
          </a:r>
        </a:p>
      </dsp:txBody>
      <dsp:txXfrm>
        <a:off x="1393066" y="9850"/>
        <a:ext cx="1373167" cy="858863"/>
      </dsp:txXfrm>
    </dsp:sp>
    <dsp:sp modelId="{D3A55C63-C35F-4CC0-B5FB-29848C7F9D64}">
      <dsp:nvSpPr>
        <dsp:cNvPr id="0" name=""/>
        <dsp:cNvSpPr/>
      </dsp:nvSpPr>
      <dsp:spPr>
        <a:xfrm>
          <a:off x="460176" y="405543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468151" y="292189"/>
              </a:moveTo>
              <a:arcTo wR="1559368" hR="1559368" stAng="18338817" swAng="92602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DBEC0-18FD-4F15-AAE6-850DADC8259E}">
      <dsp:nvSpPr>
        <dsp:cNvPr id="0" name=""/>
        <dsp:cNvSpPr/>
      </dsp:nvSpPr>
      <dsp:spPr>
        <a:xfrm>
          <a:off x="2832706" y="1096418"/>
          <a:ext cx="1459981" cy="10564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to your offers</a:t>
          </a:r>
        </a:p>
      </dsp:txBody>
      <dsp:txXfrm>
        <a:off x="2884279" y="1147991"/>
        <a:ext cx="1356835" cy="953336"/>
      </dsp:txXfrm>
    </dsp:sp>
    <dsp:sp modelId="{52A43097-A85A-4BEE-AA35-ACC172E35DBA}">
      <dsp:nvSpPr>
        <dsp:cNvPr id="0" name=""/>
        <dsp:cNvSpPr/>
      </dsp:nvSpPr>
      <dsp:spPr>
        <a:xfrm>
          <a:off x="485306" y="501540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3102520" y="1783676"/>
              </a:moveTo>
              <a:arcTo wR="1559368" hR="1559368" stAng="496225" swAng="89126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E9870D-DA4D-4791-A7A7-B62EAB0378B8}">
      <dsp:nvSpPr>
        <dsp:cNvPr id="0" name=""/>
        <dsp:cNvSpPr/>
      </dsp:nvSpPr>
      <dsp:spPr>
        <a:xfrm>
          <a:off x="2153460" y="2793305"/>
          <a:ext cx="1685526" cy="9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feedback handling</a:t>
          </a:r>
        </a:p>
      </dsp:txBody>
      <dsp:txXfrm>
        <a:off x="2199044" y="2838889"/>
        <a:ext cx="1594358" cy="842631"/>
      </dsp:txXfrm>
    </dsp:sp>
    <dsp:sp modelId="{56EE5018-8D64-4119-A1D3-39917DD2B9F6}">
      <dsp:nvSpPr>
        <dsp:cNvPr id="0" name=""/>
        <dsp:cNvSpPr/>
      </dsp:nvSpPr>
      <dsp:spPr>
        <a:xfrm>
          <a:off x="520281" y="43928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1586937" y="3118493"/>
              </a:moveTo>
              <a:arcTo wR="1559368" hR="1559368" stAng="5339220" swAng="30647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FC38F-EDE8-459B-8491-60D1B2F25F8B}">
      <dsp:nvSpPr>
        <dsp:cNvPr id="0" name=""/>
        <dsp:cNvSpPr/>
      </dsp:nvSpPr>
      <dsp:spPr>
        <a:xfrm>
          <a:off x="403949" y="2768361"/>
          <a:ext cx="1518252" cy="983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Measure TTFS</a:t>
          </a:r>
        </a:p>
      </dsp:txBody>
      <dsp:txXfrm>
        <a:off x="451969" y="2816381"/>
        <a:ext cx="1422212" cy="887647"/>
      </dsp:txXfrm>
    </dsp:sp>
    <dsp:sp modelId="{5B19856D-259C-4B3B-93AC-7D5A4BC3C7CA}">
      <dsp:nvSpPr>
        <dsp:cNvPr id="0" name=""/>
        <dsp:cNvSpPr/>
      </dsp:nvSpPr>
      <dsp:spPr>
        <a:xfrm>
          <a:off x="616922" y="642429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55913" y="1973195"/>
              </a:moveTo>
              <a:arcTo wR="1559368" hR="1559368" stAng="9876624" swAng="10850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145EF-B0E6-4B9A-B186-AB2803E11754}">
      <dsp:nvSpPr>
        <dsp:cNvPr id="0" name=""/>
        <dsp:cNvSpPr/>
      </dsp:nvSpPr>
      <dsp:spPr>
        <a:xfrm>
          <a:off x="-656" y="1043920"/>
          <a:ext cx="1442654" cy="924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Report findings</a:t>
          </a:r>
        </a:p>
      </dsp:txBody>
      <dsp:txXfrm>
        <a:off x="44471" y="1089047"/>
        <a:ext cx="1352400" cy="834180"/>
      </dsp:txXfrm>
    </dsp:sp>
    <dsp:sp modelId="{5A0BA11E-FD55-49B4-BFC2-9516DFA0E6AB}">
      <dsp:nvSpPr>
        <dsp:cNvPr id="0" name=""/>
        <dsp:cNvSpPr/>
      </dsp:nvSpPr>
      <dsp:spPr>
        <a:xfrm>
          <a:off x="789040" y="25795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63117" y="692556"/>
              </a:moveTo>
              <a:arcTo wR="1559368" hR="1559368" stAng="12826257" swAng="73305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27C3C-8743-42BB-89D3-D754E4B92082}">
      <dsp:nvSpPr>
        <dsp:cNvPr id="0" name=""/>
        <dsp:cNvSpPr/>
      </dsp:nvSpPr>
      <dsp:spPr>
        <a:xfrm>
          <a:off x="1346603" y="-36613"/>
          <a:ext cx="1466093" cy="951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Take an inventory</a:t>
          </a:r>
        </a:p>
      </dsp:txBody>
      <dsp:txXfrm>
        <a:off x="1393066" y="9850"/>
        <a:ext cx="1373167" cy="858863"/>
      </dsp:txXfrm>
    </dsp:sp>
    <dsp:sp modelId="{D3A55C63-C35F-4CC0-B5FB-29848C7F9D64}">
      <dsp:nvSpPr>
        <dsp:cNvPr id="0" name=""/>
        <dsp:cNvSpPr/>
      </dsp:nvSpPr>
      <dsp:spPr>
        <a:xfrm>
          <a:off x="460176" y="405543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468151" y="292189"/>
              </a:moveTo>
              <a:arcTo wR="1559368" hR="1559368" stAng="18338817" swAng="92602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1DBEC0-18FD-4F15-AAE6-850DADC8259E}">
      <dsp:nvSpPr>
        <dsp:cNvPr id="0" name=""/>
        <dsp:cNvSpPr/>
      </dsp:nvSpPr>
      <dsp:spPr>
        <a:xfrm>
          <a:off x="2832706" y="1096418"/>
          <a:ext cx="1459981" cy="10564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Compare to your offers</a:t>
          </a:r>
        </a:p>
      </dsp:txBody>
      <dsp:txXfrm>
        <a:off x="2884279" y="1147991"/>
        <a:ext cx="1356835" cy="953336"/>
      </dsp:txXfrm>
    </dsp:sp>
    <dsp:sp modelId="{52A43097-A85A-4BEE-AA35-ACC172E35DBA}">
      <dsp:nvSpPr>
        <dsp:cNvPr id="0" name=""/>
        <dsp:cNvSpPr/>
      </dsp:nvSpPr>
      <dsp:spPr>
        <a:xfrm>
          <a:off x="485306" y="501540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3102520" y="1783676"/>
              </a:moveTo>
              <a:arcTo wR="1559368" hR="1559368" stAng="496225" swAng="89126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E9870D-DA4D-4791-A7A7-B62EAB0378B8}">
      <dsp:nvSpPr>
        <dsp:cNvPr id="0" name=""/>
        <dsp:cNvSpPr/>
      </dsp:nvSpPr>
      <dsp:spPr>
        <a:xfrm>
          <a:off x="2153460" y="2793305"/>
          <a:ext cx="1685526" cy="9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feedback handling</a:t>
          </a:r>
        </a:p>
      </dsp:txBody>
      <dsp:txXfrm>
        <a:off x="2199044" y="2838889"/>
        <a:ext cx="1594358" cy="842631"/>
      </dsp:txXfrm>
    </dsp:sp>
    <dsp:sp modelId="{56EE5018-8D64-4119-A1D3-39917DD2B9F6}">
      <dsp:nvSpPr>
        <dsp:cNvPr id="0" name=""/>
        <dsp:cNvSpPr/>
      </dsp:nvSpPr>
      <dsp:spPr>
        <a:xfrm>
          <a:off x="520281" y="43928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1586937" y="3118493"/>
              </a:moveTo>
              <a:arcTo wR="1559368" hR="1559368" stAng="5339220" swAng="30647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FC38F-EDE8-459B-8491-60D1B2F25F8B}">
      <dsp:nvSpPr>
        <dsp:cNvPr id="0" name=""/>
        <dsp:cNvSpPr/>
      </dsp:nvSpPr>
      <dsp:spPr>
        <a:xfrm>
          <a:off x="403949" y="2768361"/>
          <a:ext cx="1518252" cy="9836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Measure TTFS</a:t>
          </a:r>
        </a:p>
      </dsp:txBody>
      <dsp:txXfrm>
        <a:off x="451969" y="2816381"/>
        <a:ext cx="1422212" cy="887647"/>
      </dsp:txXfrm>
    </dsp:sp>
    <dsp:sp modelId="{5B19856D-259C-4B3B-93AC-7D5A4BC3C7CA}">
      <dsp:nvSpPr>
        <dsp:cNvPr id="0" name=""/>
        <dsp:cNvSpPr/>
      </dsp:nvSpPr>
      <dsp:spPr>
        <a:xfrm>
          <a:off x="616922" y="642429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55913" y="1973195"/>
              </a:moveTo>
              <a:arcTo wR="1559368" hR="1559368" stAng="9876624" swAng="108505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145EF-B0E6-4B9A-B186-AB2803E11754}">
      <dsp:nvSpPr>
        <dsp:cNvPr id="0" name=""/>
        <dsp:cNvSpPr/>
      </dsp:nvSpPr>
      <dsp:spPr>
        <a:xfrm>
          <a:off x="-656" y="1043920"/>
          <a:ext cx="1442654" cy="924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Report findings</a:t>
          </a:r>
        </a:p>
      </dsp:txBody>
      <dsp:txXfrm>
        <a:off x="44471" y="1089047"/>
        <a:ext cx="1352400" cy="834180"/>
      </dsp:txXfrm>
    </dsp:sp>
    <dsp:sp modelId="{5A0BA11E-FD55-49B4-BFC2-9516DFA0E6AB}">
      <dsp:nvSpPr>
        <dsp:cNvPr id="0" name=""/>
        <dsp:cNvSpPr/>
      </dsp:nvSpPr>
      <dsp:spPr>
        <a:xfrm>
          <a:off x="789040" y="257951"/>
          <a:ext cx="3118737" cy="3118737"/>
        </a:xfrm>
        <a:custGeom>
          <a:avLst/>
          <a:gdLst/>
          <a:ahLst/>
          <a:cxnLst/>
          <a:rect l="0" t="0" r="0" b="0"/>
          <a:pathLst>
            <a:path>
              <a:moveTo>
                <a:pt x="263117" y="692556"/>
              </a:moveTo>
              <a:arcTo wR="1559368" hR="1559368" stAng="12826257" swAng="73305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EA3C-2BE9-4B51-B565-F9C659297DC6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49F4-0A30-4AFE-89DD-B07ED2BDB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55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849E9A-41F7-4779-A581-48A7C374A22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20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32F0-53CF-45B7-1950-6F321E8A7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EA113-30E6-F917-E038-92CB700BD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05EA-1931-E171-E333-F969FF81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0B7F1-D7EB-068E-27B4-C7CEACC0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26C7E-4F70-A6B7-C635-27DFE6E6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28D0-EA8E-8FC7-91F5-26037D1A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4E4A-2864-4FD7-F9F0-652C3F3F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9F1F1-CCA1-01D9-AF1C-F6FC335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D45B-290B-FE1B-CC76-D919EBA4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754BD-B2D8-989D-AC03-D9D8A187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8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512A-CC2D-688B-F235-50E119FD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4BAD-24F6-18BF-F07A-B25B9BDCF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E74F1-138A-A7BD-C514-F1E9C42F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AD43F-E655-E246-4833-22FADF3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B8D75-0461-9CF3-83AE-BA802A83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8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218B-8A74-811B-86E6-0C0DD141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0D258-7C4D-341B-D143-24CC0914D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F4352-937C-FBAB-54CC-EA6A5F632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7C2D-C3DE-31EC-8E1D-6B3E7D01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7D99E-0D51-4B5F-3A3C-D18B0519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0E83-DEF5-3A8A-6A98-D0EB2E5A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9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E219-AC81-E6A4-8A02-299ACE50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C6D0C-C18A-A6B9-5A66-A1CE5754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D8178-C168-10C8-784C-730B4F7A5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6AF53-2546-919E-0C9F-84E7AF36A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55B42-0047-97C3-65D4-7FB4B8BC4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E2B39-9BD4-B991-3989-511372C2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D3156-0A4E-3209-A187-FA1987B8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7F515-5BA0-F090-BFB4-682FAC95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6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CC63-6A89-48D5-D7A0-8DFBD860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11DFA-AE3D-E2BE-C59D-4B506EA1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0C1480-37F4-EC8F-7D09-E6A7E2F8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17592-3D37-EEAD-DBFC-B2768F84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0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465A4-F69A-BF7B-664A-C7068AF0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B211BE-5EDB-64EF-5116-BDCADE93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F5146-A2A3-AA8D-35FE-90A19756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8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F392-8A1F-E392-5241-FE17821D7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84F16-48F1-332B-9BAD-38CF2E06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47871-7B90-B599-3C8E-D73A1FACA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0174D-EDE8-E439-F12F-F1AD2A2F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BE4DD-031C-CE33-65E3-6685797C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A40C-D0C5-91CE-4A8C-597581B3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C7798-3BDD-490D-FCCC-79C6CF7C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CE4F7-4E03-3CB5-BA6C-82EC5F604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41FCE-6658-ABFA-681A-C5EC924EF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046D8-4E15-FCC7-5D59-5BDCEC89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66FCD-585F-B413-F4E2-C685428F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79DDD-1140-D026-1753-02E6BF1A6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0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B70C5-98F8-BC53-020D-A4150FE5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852F3-C30D-7D33-2F22-8DE61D18B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733AF-3AC5-4234-B8E9-7D909921F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CC9B4-DC2D-FDEB-F392-521EA034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1B5A0-4610-953E-BD48-B41D1943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B1FA7-749F-72E2-577D-945210A02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ACD93-1563-A930-1209-E97E48419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9242-B2F2-ACB5-2288-DC2E17F4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B043-63D9-0422-16CB-4317E85F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27FC5-050F-E277-B86F-CB41DD5B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0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762F1-79E5-780D-A040-38509879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40AF4-8126-ACE8-B039-6261F3FC2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AF1A3-89CB-D664-06B5-98CABAE9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B32D5-D08A-4A33-976E-AC7E23DF332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740AC-E62D-0A15-DCB0-A778B417B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B4F8-8E13-F95F-4CCE-422AE3016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308BB-4F83-45F7-AA26-6219245B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4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3" Type="http://schemas.openxmlformats.org/officeDocument/2006/relationships/hyperlink" Target="https://amycmitchell.substack.com/" TargetMode="Externa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amycmitchell.substack.com/p/produc-manager-revenue-ttf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5" Type="http://schemas.openxmlformats.org/officeDocument/2006/relationships/hyperlink" Target="https://amycmitchell.substack.com/p/product-managers-buy-back-time-to-grow" TargetMode="External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Relationship Id="rId14" Type="http://schemas.openxmlformats.org/officeDocument/2006/relationships/hyperlink" Target="https://amycmitchell.substack.com/p/product-managers-build-togeth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28524-9B55-5B08-5214-2C0DEAD5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US"/>
              <a:t>Standard Offers Learning Path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98C9657-5CF6-CC56-B1E7-5B1CFEB7BD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3818884"/>
              </p:ext>
            </p:extLst>
          </p:nvPr>
        </p:nvGraphicFramePr>
        <p:xfrm>
          <a:off x="1514856" y="2039112"/>
          <a:ext cx="9162288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Puzzle pieces outline">
            <a:extLst>
              <a:ext uri="{FF2B5EF4-FFF2-40B4-BE49-F238E27FC236}">
                <a16:creationId xmlns:a16="http://schemas.microsoft.com/office/drawing/2014/main" id="{C50C6201-8FBD-9161-3755-8B4BB72A93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4465" y="0"/>
            <a:ext cx="2467535" cy="2467535"/>
          </a:xfrm>
          <a:prstGeom prst="rect">
            <a:avLst/>
          </a:prstGeom>
        </p:spPr>
      </p:pic>
      <p:pic>
        <p:nvPicPr>
          <p:cNvPr id="6" name="Picture 5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FF1FA994-0829-198C-0F89-06043F5B747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0876" y="6173188"/>
            <a:ext cx="395840" cy="417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57E8AE-DA7D-7B4E-8D7F-290E2ECF65AD}"/>
              </a:ext>
            </a:extLst>
          </p:cNvPr>
          <p:cNvSpPr txBox="1"/>
          <p:nvPr/>
        </p:nvSpPr>
        <p:spPr>
          <a:xfrm>
            <a:off x="2254768" y="6283383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</p:spTree>
    <p:extLst>
      <p:ext uri="{BB962C8B-B14F-4D97-AF65-F5344CB8AC3E}">
        <p14:creationId xmlns:p14="http://schemas.microsoft.com/office/powerpoint/2010/main" val="95650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Clipboard Checked with solid fill">
            <a:extLst>
              <a:ext uri="{FF2B5EF4-FFF2-40B4-BE49-F238E27FC236}">
                <a16:creationId xmlns:a16="http://schemas.microsoft.com/office/drawing/2014/main" id="{108EB006-D96E-DC82-3F73-B479197D1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55" y="1851987"/>
            <a:ext cx="1755908" cy="17559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CCCB3-B89B-9B72-03C1-09549E026692}"/>
              </a:ext>
            </a:extLst>
          </p:cNvPr>
          <p:cNvSpPr txBox="1"/>
          <p:nvPr/>
        </p:nvSpPr>
        <p:spPr>
          <a:xfrm>
            <a:off x="595953" y="4903300"/>
            <a:ext cx="148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CX checklist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1C217-3254-3D65-8221-AA692034A629}"/>
              </a:ext>
            </a:extLst>
          </p:cNvPr>
          <p:cNvSpPr/>
          <p:nvPr/>
        </p:nvSpPr>
        <p:spPr>
          <a:xfrm>
            <a:off x="2687926" y="1186066"/>
            <a:ext cx="1967948" cy="33991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B64D0-A0D2-155A-13BF-5C2D998830B3}"/>
              </a:ext>
            </a:extLst>
          </p:cNvPr>
          <p:cNvSpPr/>
          <p:nvPr/>
        </p:nvSpPr>
        <p:spPr>
          <a:xfrm>
            <a:off x="2938265" y="2963838"/>
            <a:ext cx="1510748" cy="576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Level Agreements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CC8BAC-1F05-43BB-2A1A-CA54AF679E04}"/>
              </a:ext>
            </a:extLst>
          </p:cNvPr>
          <p:cNvSpPr/>
          <p:nvPr/>
        </p:nvSpPr>
        <p:spPr>
          <a:xfrm>
            <a:off x="2963112" y="1351708"/>
            <a:ext cx="1485901" cy="1472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Ordering guide &amp; SKUs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DDA60-D528-883D-0288-A77227333E5F}"/>
              </a:ext>
            </a:extLst>
          </p:cNvPr>
          <p:cNvSpPr txBox="1"/>
          <p:nvPr/>
        </p:nvSpPr>
        <p:spPr>
          <a:xfrm>
            <a:off x="2546910" y="4903300"/>
            <a:ext cx="221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Pricing &amp; Packaging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2A24DA-0878-6C61-F85B-D94DA50FEDDD}"/>
              </a:ext>
            </a:extLst>
          </p:cNvPr>
          <p:cNvSpPr/>
          <p:nvPr/>
        </p:nvSpPr>
        <p:spPr>
          <a:xfrm>
            <a:off x="5466531" y="1186066"/>
            <a:ext cx="1967948" cy="33991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650CAF-4A4E-D5E0-F10F-874290F1BBE9}"/>
              </a:ext>
            </a:extLst>
          </p:cNvPr>
          <p:cNvSpPr/>
          <p:nvPr/>
        </p:nvSpPr>
        <p:spPr>
          <a:xfrm>
            <a:off x="5660344" y="3808673"/>
            <a:ext cx="1639957" cy="576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 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4E067C-4570-A954-06D9-02E2D6475F14}"/>
              </a:ext>
            </a:extLst>
          </p:cNvPr>
          <p:cNvSpPr/>
          <p:nvPr/>
        </p:nvSpPr>
        <p:spPr>
          <a:xfrm>
            <a:off x="5685191" y="1351708"/>
            <a:ext cx="1615110" cy="576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GTM Materials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954846-0FB6-AD11-F52A-76243F11155B}"/>
              </a:ext>
            </a:extLst>
          </p:cNvPr>
          <p:cNvSpPr/>
          <p:nvPr/>
        </p:nvSpPr>
        <p:spPr>
          <a:xfrm>
            <a:off x="5685191" y="2117086"/>
            <a:ext cx="1615110" cy="149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Management Templates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6EB76-9B28-A49F-4E72-2793AAD65BC5}"/>
              </a:ext>
            </a:extLst>
          </p:cNvPr>
          <p:cNvSpPr txBox="1"/>
          <p:nvPr/>
        </p:nvSpPr>
        <p:spPr>
          <a:xfrm>
            <a:off x="5418483" y="4903300"/>
            <a:ext cx="311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Pre-filled Materials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39544-C4C1-6920-AB55-49688F370D4B}"/>
              </a:ext>
            </a:extLst>
          </p:cNvPr>
          <p:cNvSpPr txBox="1"/>
          <p:nvPr/>
        </p:nvSpPr>
        <p:spPr>
          <a:xfrm>
            <a:off x="546257" y="5722286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Less divergence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61276-3E4C-98F1-DC52-EA574B786D43}"/>
              </a:ext>
            </a:extLst>
          </p:cNvPr>
          <p:cNvSpPr txBox="1"/>
          <p:nvPr/>
        </p:nvSpPr>
        <p:spPr>
          <a:xfrm>
            <a:off x="2687926" y="5722286"/>
            <a:ext cx="2264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Pricing Rationalized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CE71A3-A9B5-941F-9BEA-B645D2D00FB2}"/>
              </a:ext>
            </a:extLst>
          </p:cNvPr>
          <p:cNvSpPr txBox="1"/>
          <p:nvPr/>
        </p:nvSpPr>
        <p:spPr>
          <a:xfrm>
            <a:off x="5927928" y="5722286"/>
            <a:ext cx="136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Saves Time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C910E6-FCDF-E21D-158E-D5D790D99449}"/>
              </a:ext>
            </a:extLst>
          </p:cNvPr>
          <p:cNvSpPr txBox="1"/>
          <p:nvPr/>
        </p:nvSpPr>
        <p:spPr>
          <a:xfrm>
            <a:off x="8863953" y="5722286"/>
            <a:ext cx="1270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Self-Serve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2B83C-6A07-BBAC-48CB-4D7BF1FDB8A1}"/>
              </a:ext>
            </a:extLst>
          </p:cNvPr>
          <p:cNvSpPr/>
          <p:nvPr/>
        </p:nvSpPr>
        <p:spPr>
          <a:xfrm>
            <a:off x="2938265" y="3731602"/>
            <a:ext cx="1510748" cy="576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Descriptions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444C0-F3DC-1E3F-A3A9-856560DCCB97}"/>
              </a:ext>
            </a:extLst>
          </p:cNvPr>
          <p:cNvSpPr txBox="1"/>
          <p:nvPr/>
        </p:nvSpPr>
        <p:spPr>
          <a:xfrm>
            <a:off x="598509" y="319079"/>
            <a:ext cx="7782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Standard Products Build Solutions for Customers</a:t>
            </a:r>
          </a:p>
        </p:txBody>
      </p:sp>
      <p:pic>
        <p:nvPicPr>
          <p:cNvPr id="14" name="Picture 13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20A137D7-ABEE-EC6B-3448-3C8FE1B52A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5163" y="6274837"/>
            <a:ext cx="395840" cy="41797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DA6F581-A6F6-E14E-E9D3-0AF4272E2597}"/>
              </a:ext>
            </a:extLst>
          </p:cNvPr>
          <p:cNvSpPr txBox="1"/>
          <p:nvPr/>
        </p:nvSpPr>
        <p:spPr>
          <a:xfrm>
            <a:off x="8239055" y="6385032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97753-86EE-432B-64D2-30807ACBEFF6}"/>
              </a:ext>
            </a:extLst>
          </p:cNvPr>
          <p:cNvSpPr txBox="1"/>
          <p:nvPr/>
        </p:nvSpPr>
        <p:spPr>
          <a:xfrm>
            <a:off x="8330219" y="1456202"/>
            <a:ext cx="335699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baseline to standard products that work together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Customer experience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Pricing and packaging for plug &amp; 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Go-to-market materials to communicate your solutions</a:t>
            </a:r>
          </a:p>
          <a:p>
            <a:endParaRPr lang="en-US" sz="2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E8AC3E-27F4-B789-15D9-690A05B1032C}"/>
              </a:ext>
            </a:extLst>
          </p:cNvPr>
          <p:cNvGrpSpPr/>
          <p:nvPr/>
        </p:nvGrpSpPr>
        <p:grpSpPr>
          <a:xfrm>
            <a:off x="10134365" y="84665"/>
            <a:ext cx="1976662" cy="927076"/>
            <a:chOff x="4556290" y="1740069"/>
            <a:chExt cx="3079419" cy="33778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0085F19-CBDC-3590-1362-3D3F3B510425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7781" y="345609"/>
              <a:chExt cx="3079419" cy="923825"/>
            </a:xfrm>
          </p:grpSpPr>
          <p:sp>
            <p:nvSpPr>
              <p:cNvPr id="29" name="Arrow: Chevron 28">
                <a:extLst>
                  <a:ext uri="{FF2B5EF4-FFF2-40B4-BE49-F238E27FC236}">
                    <a16:creationId xmlns:a16="http://schemas.microsoft.com/office/drawing/2014/main" id="{4700EDAD-525C-9C48-EC7E-E101E28BD108}"/>
                  </a:ext>
                </a:extLst>
              </p:cNvPr>
              <p:cNvSpPr/>
              <p:nvPr/>
            </p:nvSpPr>
            <p:spPr>
              <a:xfrm>
                <a:off x="7781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0" name="Arrow: Chevron 4">
                <a:extLst>
                  <a:ext uri="{FF2B5EF4-FFF2-40B4-BE49-F238E27FC236}">
                    <a16:creationId xmlns:a16="http://schemas.microsoft.com/office/drawing/2014/main" id="{6483AA81-6995-86E0-3032-47B6815F83EE}"/>
                  </a:ext>
                </a:extLst>
              </p:cNvPr>
              <p:cNvSpPr txBox="1"/>
              <p:nvPr/>
            </p:nvSpPr>
            <p:spPr>
              <a:xfrm>
                <a:off x="284929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Step 1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5D6A51C-1657-02DC-4727-D1E565F1F2D0}"/>
                </a:ext>
              </a:extLst>
            </p:cNvPr>
            <p:cNvGrpSpPr/>
            <p:nvPr/>
          </p:nvGrpSpPr>
          <p:grpSpPr>
            <a:xfrm>
              <a:off x="4556290" y="2663895"/>
              <a:ext cx="2802271" cy="2454035"/>
              <a:chOff x="7781" y="1269435"/>
              <a:chExt cx="2802271" cy="2454035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A29428-ABFD-886D-DC90-3B5D742692E3}"/>
                  </a:ext>
                </a:extLst>
              </p:cNvPr>
              <p:cNvSpPr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427C1C-3520-6D8C-F13A-5E65B4250FFE}"/>
                  </a:ext>
                </a:extLst>
              </p:cNvPr>
              <p:cNvSpPr txBox="1"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/>
                  <a:t>Define your baseline offers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7989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93BCC-EC9E-D887-6E8F-C20AD5A7AE60}"/>
              </a:ext>
            </a:extLst>
          </p:cNvPr>
          <p:cNvSpPr txBox="1"/>
          <p:nvPr/>
        </p:nvSpPr>
        <p:spPr>
          <a:xfrm>
            <a:off x="6579704" y="1909554"/>
            <a:ext cx="5544869" cy="394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CX Checklist: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Are the units of measure consistent?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Any changes to pre-sales customer handling?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Are the service level agreements consistent with other offers?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Does the service description align with others?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Is the customer onboarding consistent?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F2D43-4A47-363C-B2E3-BCC11B7DA833}"/>
              </a:ext>
            </a:extLst>
          </p:cNvPr>
          <p:cNvSpPr txBox="1"/>
          <p:nvPr/>
        </p:nvSpPr>
        <p:spPr>
          <a:xfrm>
            <a:off x="360272" y="4020421"/>
            <a:ext cx="60848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938528"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Experience Checklist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D8C15-1ED2-F5B2-AF0A-8811F70CC5B3}"/>
              </a:ext>
            </a:extLst>
          </p:cNvPr>
          <p:cNvSpPr txBox="1"/>
          <p:nvPr/>
        </p:nvSpPr>
        <p:spPr>
          <a:xfrm>
            <a:off x="6680857" y="1231302"/>
            <a:ext cx="4966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Avoid small divergences in the CX</a:t>
            </a:r>
          </a:p>
          <a:p>
            <a:pPr algn="ctr"/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Graphic 6" descr="Clipboard Checked with solid fill">
            <a:extLst>
              <a:ext uri="{FF2B5EF4-FFF2-40B4-BE49-F238E27FC236}">
                <a16:creationId xmlns:a16="http://schemas.microsoft.com/office/drawing/2014/main" id="{996A6E73-158B-0157-39A8-B3D44E66D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4765" y="1909554"/>
            <a:ext cx="1755908" cy="1755908"/>
          </a:xfrm>
          <a:prstGeom prst="rect">
            <a:avLst/>
          </a:prstGeom>
        </p:spPr>
      </p:pic>
      <p:pic>
        <p:nvPicPr>
          <p:cNvPr id="8" name="Picture 7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A5D3034F-0F07-6749-E7D7-C55FE07EFC8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1146" y="5937254"/>
            <a:ext cx="395840" cy="4179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BD3586-3C79-8F9B-7706-C941C8C76341}"/>
              </a:ext>
            </a:extLst>
          </p:cNvPr>
          <p:cNvSpPr txBox="1"/>
          <p:nvPr/>
        </p:nvSpPr>
        <p:spPr>
          <a:xfrm>
            <a:off x="8895038" y="6047449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Amycmitchell.substack.com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6415BE-D673-4264-E850-9715AF5F0896}"/>
              </a:ext>
            </a:extLst>
          </p:cNvPr>
          <p:cNvGrpSpPr/>
          <p:nvPr/>
        </p:nvGrpSpPr>
        <p:grpSpPr>
          <a:xfrm>
            <a:off x="10134365" y="84665"/>
            <a:ext cx="1976662" cy="927076"/>
            <a:chOff x="4556290" y="1740069"/>
            <a:chExt cx="3079419" cy="337786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7F579A6-65FB-5026-EEAB-7DF5DAC2EA5F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7781" y="345609"/>
              <a:chExt cx="3079419" cy="923825"/>
            </a:xfrm>
          </p:grpSpPr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5EB5B066-D3D9-72D4-73B9-34CC8ACE9322}"/>
                  </a:ext>
                </a:extLst>
              </p:cNvPr>
              <p:cNvSpPr/>
              <p:nvPr/>
            </p:nvSpPr>
            <p:spPr>
              <a:xfrm>
                <a:off x="7781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20" name="Arrow: Chevron 4">
                <a:extLst>
                  <a:ext uri="{FF2B5EF4-FFF2-40B4-BE49-F238E27FC236}">
                    <a16:creationId xmlns:a16="http://schemas.microsoft.com/office/drawing/2014/main" id="{3C811506-765D-5F65-D9BF-91712EF6F3AB}"/>
                  </a:ext>
                </a:extLst>
              </p:cNvPr>
              <p:cNvSpPr txBox="1"/>
              <p:nvPr/>
            </p:nvSpPr>
            <p:spPr>
              <a:xfrm>
                <a:off x="284929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Step 1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D8FCA3F-F754-5330-C39A-B5F1797671C7}"/>
                </a:ext>
              </a:extLst>
            </p:cNvPr>
            <p:cNvGrpSpPr/>
            <p:nvPr/>
          </p:nvGrpSpPr>
          <p:grpSpPr>
            <a:xfrm>
              <a:off x="4556290" y="2663895"/>
              <a:ext cx="2802271" cy="2454035"/>
              <a:chOff x="7781" y="1269435"/>
              <a:chExt cx="2802271" cy="245403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88D5678-DFB0-8BE8-3104-7BBD5E863316}"/>
                  </a:ext>
                </a:extLst>
              </p:cNvPr>
              <p:cNvSpPr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2F0DD3-4B99-9431-AE57-19136705904A}"/>
                  </a:ext>
                </a:extLst>
              </p:cNvPr>
              <p:cNvSpPr txBox="1"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/>
                  <a:t>Define your baseline offers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06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D9506-1F8B-618A-8DF8-B6769C12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70B22-9441-C065-41F2-360F11F266FE}"/>
              </a:ext>
            </a:extLst>
          </p:cNvPr>
          <p:cNvSpPr txBox="1"/>
          <p:nvPr/>
        </p:nvSpPr>
        <p:spPr>
          <a:xfrm>
            <a:off x="6805440" y="2031101"/>
            <a:ext cx="5076325" cy="3559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Post release add key information to your catalog of products: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Service descriptions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Service levels &amp; availability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Ordering guides and SKU lists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Pricing and pricing examples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In one place for product manager self-serve on next iteration</a:t>
            </a:r>
            <a:endParaRPr kumimoji="0" lang="en-US" sz="24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A2BF91-3786-C2BF-7819-3821B277FD75}"/>
              </a:ext>
            </a:extLst>
          </p:cNvPr>
          <p:cNvSpPr txBox="1"/>
          <p:nvPr/>
        </p:nvSpPr>
        <p:spPr>
          <a:xfrm>
            <a:off x="588711" y="4231872"/>
            <a:ext cx="56280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384389">
              <a:spcAft>
                <a:spcPts val="738"/>
              </a:spcAft>
              <a:defRPr/>
            </a:pPr>
            <a:r>
              <a:rPr lang="en-US" sz="44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rPr>
              <a:t>Pricing &amp; Packaging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C6C9E-1736-2251-0C0B-8E1F440F8920}"/>
              </a:ext>
            </a:extLst>
          </p:cNvPr>
          <p:cNvSpPr txBox="1"/>
          <p:nvPr/>
        </p:nvSpPr>
        <p:spPr>
          <a:xfrm>
            <a:off x="7056783" y="1172909"/>
            <a:ext cx="4244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For Sales and Ops Alignment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531DF3-107D-790A-DA0B-A29FD26A2D65}"/>
              </a:ext>
            </a:extLst>
          </p:cNvPr>
          <p:cNvGrpSpPr/>
          <p:nvPr/>
        </p:nvGrpSpPr>
        <p:grpSpPr>
          <a:xfrm>
            <a:off x="2399406" y="2229114"/>
            <a:ext cx="2331619" cy="2331619"/>
            <a:chOff x="2399406" y="2229114"/>
            <a:chExt cx="2331619" cy="2331619"/>
          </a:xfrm>
        </p:grpSpPr>
        <p:pic>
          <p:nvPicPr>
            <p:cNvPr id="11" name="Graphic 10" descr="Open folder with solid fill">
              <a:extLst>
                <a:ext uri="{FF2B5EF4-FFF2-40B4-BE49-F238E27FC236}">
                  <a16:creationId xmlns:a16="http://schemas.microsoft.com/office/drawing/2014/main" id="{0F34377C-5D75-DA40-9A08-022F7E763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99406" y="2229114"/>
              <a:ext cx="2331619" cy="233161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4F8898-47C6-8241-B251-953FE3D68151}"/>
                </a:ext>
              </a:extLst>
            </p:cNvPr>
            <p:cNvSpPr txBox="1"/>
            <p:nvPr/>
          </p:nvSpPr>
          <p:spPr>
            <a:xfrm>
              <a:off x="2820130" y="3471571"/>
              <a:ext cx="1769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Shared Folder</a:t>
              </a:r>
            </a:p>
          </p:txBody>
        </p:sp>
      </p:grpSp>
      <p:pic>
        <p:nvPicPr>
          <p:cNvPr id="17" name="Picture 16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979BBE8A-9616-BB42-49A6-05599E5DA8F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1146" y="5937254"/>
            <a:ext cx="395840" cy="4179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67A4E0-B2AD-ABCD-7885-353D9EE53EFA}"/>
              </a:ext>
            </a:extLst>
          </p:cNvPr>
          <p:cNvSpPr txBox="1"/>
          <p:nvPr/>
        </p:nvSpPr>
        <p:spPr>
          <a:xfrm>
            <a:off x="8895038" y="6047449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Amycmitchell.substack.com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02714-602D-539E-FF69-09FBC11F6027}"/>
              </a:ext>
            </a:extLst>
          </p:cNvPr>
          <p:cNvGrpSpPr/>
          <p:nvPr/>
        </p:nvGrpSpPr>
        <p:grpSpPr>
          <a:xfrm>
            <a:off x="10134365" y="84665"/>
            <a:ext cx="1976662" cy="927076"/>
            <a:chOff x="4556290" y="1740069"/>
            <a:chExt cx="3079419" cy="337786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7AFD797-6475-1A06-5BCE-62733A3BB4DC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7781" y="345609"/>
              <a:chExt cx="3079419" cy="923825"/>
            </a:xfrm>
          </p:grpSpPr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72DFED28-F04C-A9D2-7515-B162B0557C75}"/>
                  </a:ext>
                </a:extLst>
              </p:cNvPr>
              <p:cNvSpPr/>
              <p:nvPr/>
            </p:nvSpPr>
            <p:spPr>
              <a:xfrm>
                <a:off x="7781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4" name="Arrow: Chevron 4">
                <a:extLst>
                  <a:ext uri="{FF2B5EF4-FFF2-40B4-BE49-F238E27FC236}">
                    <a16:creationId xmlns:a16="http://schemas.microsoft.com/office/drawing/2014/main" id="{CE92D933-7997-C2ED-F793-0EC3C0E0F8D5}"/>
                  </a:ext>
                </a:extLst>
              </p:cNvPr>
              <p:cNvSpPr txBox="1"/>
              <p:nvPr/>
            </p:nvSpPr>
            <p:spPr>
              <a:xfrm>
                <a:off x="284929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Step 1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265B8FC-8FBE-3ECF-DFAA-3D77FF30F8CB}"/>
                </a:ext>
              </a:extLst>
            </p:cNvPr>
            <p:cNvGrpSpPr/>
            <p:nvPr/>
          </p:nvGrpSpPr>
          <p:grpSpPr>
            <a:xfrm>
              <a:off x="4556290" y="2663895"/>
              <a:ext cx="2802271" cy="2454035"/>
              <a:chOff x="7781" y="1269435"/>
              <a:chExt cx="2802271" cy="245403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B9A8328-9180-0FCF-4D72-35C3B31585D2}"/>
                  </a:ext>
                </a:extLst>
              </p:cNvPr>
              <p:cNvSpPr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EB88F9-5E30-49E6-266B-ADAF037B5EBB}"/>
                  </a:ext>
                </a:extLst>
              </p:cNvPr>
              <p:cNvSpPr txBox="1"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/>
                  <a:t>Define your baseline offers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5045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AC407-2F25-467F-F75B-7C438BDD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4CE4BD5-730C-0B93-B285-0FC0E8FF1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A2027D-5B91-9076-D2A4-682DF8926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03C8BE-29FA-B1EA-404D-0D254BB27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E1A455-CB23-3D1D-B37C-816C46D99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40B02-D7C0-B7F8-EF3F-534D5F750A96}"/>
              </a:ext>
            </a:extLst>
          </p:cNvPr>
          <p:cNvSpPr txBox="1"/>
          <p:nvPr/>
        </p:nvSpPr>
        <p:spPr>
          <a:xfrm>
            <a:off x="6805440" y="2031101"/>
            <a:ext cx="5076325" cy="3559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Ready to use templates to prepare for release &amp; GTM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Product 1 pagers &amp; FAQs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enablement material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Business case template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Launch KPIs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Market data from relevant analysts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39193F-63C5-6C6F-0705-4A204CFA0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A46E6-EA16-4931-80FB-3F144B34AEB3}"/>
              </a:ext>
            </a:extLst>
          </p:cNvPr>
          <p:cNvSpPr txBox="1"/>
          <p:nvPr/>
        </p:nvSpPr>
        <p:spPr>
          <a:xfrm>
            <a:off x="588710" y="4477061"/>
            <a:ext cx="56280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3843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38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Pre-Filled Materials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64898-51F7-6816-5359-3BDB184E6731}"/>
              </a:ext>
            </a:extLst>
          </p:cNvPr>
          <p:cNvSpPr txBox="1"/>
          <p:nvPr/>
        </p:nvSpPr>
        <p:spPr>
          <a:xfrm>
            <a:off x="7221420" y="1256928"/>
            <a:ext cx="4244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Product Manager Time Savings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842874-1AD1-3467-1D27-4476562390BC}"/>
              </a:ext>
            </a:extLst>
          </p:cNvPr>
          <p:cNvGrpSpPr/>
          <p:nvPr/>
        </p:nvGrpSpPr>
        <p:grpSpPr>
          <a:xfrm>
            <a:off x="2236910" y="2086706"/>
            <a:ext cx="2331619" cy="2331619"/>
            <a:chOff x="2399406" y="2229114"/>
            <a:chExt cx="2331619" cy="2331619"/>
          </a:xfrm>
        </p:grpSpPr>
        <p:pic>
          <p:nvPicPr>
            <p:cNvPr id="10" name="Graphic 9" descr="Open folder with solid fill">
              <a:extLst>
                <a:ext uri="{FF2B5EF4-FFF2-40B4-BE49-F238E27FC236}">
                  <a16:creationId xmlns:a16="http://schemas.microsoft.com/office/drawing/2014/main" id="{403B2C34-8B8A-5E96-6137-5577E00E6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99406" y="2229114"/>
              <a:ext cx="2331619" cy="233161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15CC18-DBD1-051B-3A56-A7241E8BB17E}"/>
                </a:ext>
              </a:extLst>
            </p:cNvPr>
            <p:cNvSpPr txBox="1"/>
            <p:nvPr/>
          </p:nvSpPr>
          <p:spPr>
            <a:xfrm>
              <a:off x="2820130" y="3471571"/>
              <a:ext cx="17691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85000"/>
                    </a:schemeClr>
                  </a:solidFill>
                </a:rPr>
                <a:t>Shared Folder</a:t>
              </a:r>
            </a:p>
          </p:txBody>
        </p:sp>
      </p:grpSp>
      <p:pic>
        <p:nvPicPr>
          <p:cNvPr id="12" name="Picture 11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AE218732-8F8F-6539-C93C-577E40E54B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1146" y="5937254"/>
            <a:ext cx="395840" cy="417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1724D2-2601-4488-8B80-AFB558509C53}"/>
              </a:ext>
            </a:extLst>
          </p:cNvPr>
          <p:cNvSpPr txBox="1"/>
          <p:nvPr/>
        </p:nvSpPr>
        <p:spPr>
          <a:xfrm>
            <a:off x="8895038" y="6047449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Amycmitchell.substack.com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391C4A-F64C-51A2-3D07-4698680ADDFF}"/>
              </a:ext>
            </a:extLst>
          </p:cNvPr>
          <p:cNvGrpSpPr/>
          <p:nvPr/>
        </p:nvGrpSpPr>
        <p:grpSpPr>
          <a:xfrm>
            <a:off x="10134365" y="84665"/>
            <a:ext cx="1976662" cy="927076"/>
            <a:chOff x="4556290" y="1740069"/>
            <a:chExt cx="3079419" cy="337786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289F11E-ECFC-72A6-1D9D-6DFBED3F3DB8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7781" y="345609"/>
              <a:chExt cx="3079419" cy="923825"/>
            </a:xfrm>
          </p:grpSpPr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3DE0D9A4-F7EC-0C02-9F29-53A8FED48280}"/>
                  </a:ext>
                </a:extLst>
              </p:cNvPr>
              <p:cNvSpPr/>
              <p:nvPr/>
            </p:nvSpPr>
            <p:spPr>
              <a:xfrm>
                <a:off x="7781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7" name="Arrow: Chevron 4">
                <a:extLst>
                  <a:ext uri="{FF2B5EF4-FFF2-40B4-BE49-F238E27FC236}">
                    <a16:creationId xmlns:a16="http://schemas.microsoft.com/office/drawing/2014/main" id="{CD694294-DFD4-C038-9549-B45212F2DB9E}"/>
                  </a:ext>
                </a:extLst>
              </p:cNvPr>
              <p:cNvSpPr txBox="1"/>
              <p:nvPr/>
            </p:nvSpPr>
            <p:spPr>
              <a:xfrm>
                <a:off x="284929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000" kern="1200"/>
                  <a:t>Step 1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B41769-C427-6C4A-4540-808A5323C37A}"/>
                </a:ext>
              </a:extLst>
            </p:cNvPr>
            <p:cNvGrpSpPr/>
            <p:nvPr/>
          </p:nvGrpSpPr>
          <p:grpSpPr>
            <a:xfrm>
              <a:off x="4556290" y="2663895"/>
              <a:ext cx="2802271" cy="2454035"/>
              <a:chOff x="7781" y="1269435"/>
              <a:chExt cx="2802271" cy="245403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B2F2A9-3039-28FC-8E56-0DA57E3500ED}"/>
                  </a:ext>
                </a:extLst>
              </p:cNvPr>
              <p:cNvSpPr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D4E260-4529-8BD3-156C-F90E85B8E1A7}"/>
                  </a:ext>
                </a:extLst>
              </p:cNvPr>
              <p:cNvSpPr txBox="1"/>
              <p:nvPr/>
            </p:nvSpPr>
            <p:spPr>
              <a:xfrm>
                <a:off x="7781" y="1269435"/>
                <a:ext cx="2802271" cy="245403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kern="1200"/>
                  <a:t>Define your baseline offers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361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104081-55EA-A6E0-2DC7-20D800169CC5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959870"/>
          <a:ext cx="10905069" cy="5182413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133352">
                  <a:extLst>
                    <a:ext uri="{9D8B030D-6E8A-4147-A177-3AD203B41FA5}">
                      <a16:colId xmlns:a16="http://schemas.microsoft.com/office/drawing/2014/main" val="2060166203"/>
                    </a:ext>
                  </a:extLst>
                </a:gridCol>
                <a:gridCol w="2217082">
                  <a:extLst>
                    <a:ext uri="{9D8B030D-6E8A-4147-A177-3AD203B41FA5}">
                      <a16:colId xmlns:a16="http://schemas.microsoft.com/office/drawing/2014/main" val="2132723050"/>
                    </a:ext>
                  </a:extLst>
                </a:gridCol>
                <a:gridCol w="2191319">
                  <a:extLst>
                    <a:ext uri="{9D8B030D-6E8A-4147-A177-3AD203B41FA5}">
                      <a16:colId xmlns:a16="http://schemas.microsoft.com/office/drawing/2014/main" val="2703781947"/>
                    </a:ext>
                  </a:extLst>
                </a:gridCol>
                <a:gridCol w="2148381">
                  <a:extLst>
                    <a:ext uri="{9D8B030D-6E8A-4147-A177-3AD203B41FA5}">
                      <a16:colId xmlns:a16="http://schemas.microsoft.com/office/drawing/2014/main" val="3374315959"/>
                    </a:ext>
                  </a:extLst>
                </a:gridCol>
                <a:gridCol w="2214935">
                  <a:extLst>
                    <a:ext uri="{9D8B030D-6E8A-4147-A177-3AD203B41FA5}">
                      <a16:colId xmlns:a16="http://schemas.microsoft.com/office/drawing/2014/main" val="3101287677"/>
                    </a:ext>
                  </a:extLst>
                </a:gridCol>
              </a:tblGrid>
              <a:tr h="585337"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Tool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Focuses On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Used By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Drives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733417"/>
                  </a:ext>
                </a:extLst>
              </a:tr>
              <a:tr h="1450975"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Capability Checklist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Tracks what's ready in the product </a:t>
                      </a: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today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Customer experience, pricing, GTM assets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Product managers, program managers, sales enablement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Consistent delivery, alignment, reuse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36813"/>
                  </a:ext>
                </a:extLst>
              </a:tr>
              <a:tr h="1450975">
                <a:tc>
                  <a:txBody>
                    <a:bodyPr/>
                    <a:lstStyle/>
                    <a:p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Maturity </a:t>
                      </a:r>
                    </a:p>
                    <a:p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Shows how far a product or offer has </a:t>
                      </a:r>
                      <a:r>
                        <a:rPr lang="en-US" sz="1900" b="1" cap="none" spc="0" dirty="0">
                          <a:solidFill>
                            <a:schemeClr val="tx1"/>
                          </a:solidFill>
                        </a:rPr>
                        <a:t>evolved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Depth of deployment, repeatability, scale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Product managers, sales, strategy leaders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Targeted growth investments, market confidence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370934"/>
                  </a:ext>
                </a:extLst>
              </a:tr>
              <a:tr h="1450975">
                <a:tc>
                  <a:txBody>
                    <a:bodyPr/>
                    <a:lstStyle/>
                    <a:p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Together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Bridges the gap between readiness and strategic evolution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What’s available </a:t>
                      </a:r>
                      <a:r>
                        <a:rPr lang="en-US" sz="1900" i="1" cap="none" spc="0">
                          <a:solidFill>
                            <a:schemeClr val="tx1"/>
                          </a:solidFill>
                        </a:rPr>
                        <a:t>now</a:t>
                      </a: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 vs. what’s </a:t>
                      </a:r>
                      <a:r>
                        <a:rPr lang="en-US" sz="1900" i="1" cap="none" spc="0">
                          <a:solidFill>
                            <a:schemeClr val="tx1"/>
                          </a:solidFill>
                        </a:rPr>
                        <a:t>repeatable at scale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Whole product team + sales + leadership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Growth that doesn’t outpace delivery maturity</a:t>
                      </a:r>
                    </a:p>
                  </a:txBody>
                  <a:tcPr marL="160761" marR="123663" marT="123663" marB="12366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468631"/>
                  </a:ext>
                </a:extLst>
              </a:tr>
            </a:tbl>
          </a:graphicData>
        </a:graphic>
      </p:graphicFrame>
      <p:pic>
        <p:nvPicPr>
          <p:cNvPr id="4" name="Graphic 3" descr="Checkbox Checked with solid fill">
            <a:extLst>
              <a:ext uri="{FF2B5EF4-FFF2-40B4-BE49-F238E27FC236}">
                <a16:creationId xmlns:a16="http://schemas.microsoft.com/office/drawing/2014/main" id="{1A454487-02EF-0099-FAAA-BD2F42810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3149" y="1874269"/>
            <a:ext cx="1122451" cy="1122451"/>
          </a:xfrm>
          <a:prstGeom prst="rect">
            <a:avLst/>
          </a:prstGeom>
        </p:spPr>
      </p:pic>
      <p:pic>
        <p:nvPicPr>
          <p:cNvPr id="6" name="Graphic 5" descr="Bar graph with upward trend with solid fill">
            <a:extLst>
              <a:ext uri="{FF2B5EF4-FFF2-40B4-BE49-F238E27FC236}">
                <a16:creationId xmlns:a16="http://schemas.microsoft.com/office/drawing/2014/main" id="{28E74606-7409-0A36-36E7-FCB29F696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73149" y="3551076"/>
            <a:ext cx="914400" cy="914400"/>
          </a:xfrm>
          <a:prstGeom prst="rect">
            <a:avLst/>
          </a:prstGeom>
        </p:spPr>
      </p:pic>
      <p:pic>
        <p:nvPicPr>
          <p:cNvPr id="8" name="Picture 7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C8A69F02-765F-50A9-8D1E-E00ADBC067C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815" y="6109400"/>
            <a:ext cx="395840" cy="4179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025BF2-01BD-C849-693A-F82B9F6F0E95}"/>
              </a:ext>
            </a:extLst>
          </p:cNvPr>
          <p:cNvSpPr txBox="1"/>
          <p:nvPr/>
        </p:nvSpPr>
        <p:spPr>
          <a:xfrm>
            <a:off x="9221707" y="6219595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6245F3-0FFE-89A1-4F99-F0707E2B1E9C}"/>
              </a:ext>
            </a:extLst>
          </p:cNvPr>
          <p:cNvGrpSpPr/>
          <p:nvPr/>
        </p:nvGrpSpPr>
        <p:grpSpPr>
          <a:xfrm>
            <a:off x="10242266" y="113289"/>
            <a:ext cx="1949734" cy="949967"/>
            <a:chOff x="4556290" y="1740069"/>
            <a:chExt cx="3217993" cy="337786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26E2A20-53D0-3428-4F43-B9AF3E48C246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3041434" y="345609"/>
              <a:chExt cx="3079419" cy="923825"/>
            </a:xfrm>
          </p:grpSpPr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3340806B-4DFB-BEF7-4174-05758E869BDC}"/>
                  </a:ext>
                </a:extLst>
              </p:cNvPr>
              <p:cNvSpPr/>
              <p:nvPr/>
            </p:nvSpPr>
            <p:spPr>
              <a:xfrm>
                <a:off x="3041434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3221807"/>
                  <a:satOff val="-9246"/>
                  <a:lumOff val="-14805"/>
                  <a:alphaOff val="0"/>
                </a:schemeClr>
              </a:lnRef>
              <a:fillRef idx="1">
                <a:schemeClr val="accent2">
                  <a:hueOff val="3221807"/>
                  <a:satOff val="-9246"/>
                  <a:lumOff val="-14805"/>
                  <a:alphaOff val="0"/>
                </a:schemeClr>
              </a:fillRef>
              <a:effectRef idx="0">
                <a:schemeClr val="accent2">
                  <a:hueOff val="3221807"/>
                  <a:satOff val="-9246"/>
                  <a:lumOff val="-1480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12" name="Arrow: Chevron 4">
                <a:extLst>
                  <a:ext uri="{FF2B5EF4-FFF2-40B4-BE49-F238E27FC236}">
                    <a16:creationId xmlns:a16="http://schemas.microsoft.com/office/drawing/2014/main" id="{2481D752-9657-177D-41C9-5A2C8CBCDC46}"/>
                  </a:ext>
                </a:extLst>
              </p:cNvPr>
              <p:cNvSpPr txBox="1"/>
              <p:nvPr/>
            </p:nvSpPr>
            <p:spPr>
              <a:xfrm>
                <a:off x="3318582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/>
                  <a:t>Step 2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454F388-6BBB-B342-4ED2-CD09BE8372EF}"/>
                </a:ext>
              </a:extLst>
            </p:cNvPr>
            <p:cNvGrpSpPr/>
            <p:nvPr/>
          </p:nvGrpSpPr>
          <p:grpSpPr>
            <a:xfrm>
              <a:off x="4556290" y="2167584"/>
              <a:ext cx="3217993" cy="2950346"/>
              <a:chOff x="3041434" y="773124"/>
              <a:chExt cx="3217993" cy="295034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0B25C5A-5E2A-E0F9-02C9-72030EA9DC16}"/>
                  </a:ext>
                </a:extLst>
              </p:cNvPr>
              <p:cNvSpPr/>
              <p:nvPr/>
            </p:nvSpPr>
            <p:spPr>
              <a:xfrm>
                <a:off x="3041434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78FCBF-1DA0-0624-6110-BF0EC9B284E1}"/>
                  </a:ext>
                </a:extLst>
              </p:cNvPr>
              <p:cNvSpPr txBox="1"/>
              <p:nvPr/>
            </p:nvSpPr>
            <p:spPr>
              <a:xfrm>
                <a:off x="3180008" y="773124"/>
                <a:ext cx="3079419" cy="277420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kern="1200" dirty="0"/>
                  <a:t>Map your capabilities and offer maturity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471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A7FAFA-1DDF-86F6-970F-5358FCA15E3F}"/>
              </a:ext>
            </a:extLst>
          </p:cNvPr>
          <p:cNvSpPr txBox="1"/>
          <p:nvPr/>
        </p:nvSpPr>
        <p:spPr>
          <a:xfrm>
            <a:off x="190499" y="51370"/>
            <a:ext cx="7936359" cy="63804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 Capability Checklist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6EC033-42D1-395A-F551-20336A5F4833}"/>
              </a:ext>
            </a:extLst>
          </p:cNvPr>
          <p:cNvSpPr txBox="1"/>
          <p:nvPr/>
        </p:nvSpPr>
        <p:spPr>
          <a:xfrm>
            <a:off x="9281663" y="4275963"/>
            <a:ext cx="3156203" cy="21817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ym typeface="Wingdings" panose="05000000000000000000" pitchFamily="2" charset="2"/>
              </a:rPr>
              <a:t>Capability Status</a:t>
            </a: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sym typeface="Wingdings" panose="05000000000000000000" pitchFamily="2" charset="2"/>
              </a:rPr>
              <a:t>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Wingdings" panose="05000000000000000000" pitchFamily="2" charset="2"/>
              </a:rPr>
              <a:t> ready</a:t>
            </a: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sym typeface="Wingdings" panose="05000000000000000000" pitchFamily="2" charset="2"/>
              </a:rPr>
              <a:t>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Wingdings" panose="05000000000000000000" pitchFamily="2" charset="2"/>
              </a:rPr>
              <a:t> partial</a:t>
            </a: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Wingdings" panose="05000000000000000000" pitchFamily="2" charset="2"/>
              </a:rPr>
              <a:t></a:t>
            </a: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sym typeface="Wingdings" panose="05000000000000000000" pitchFamily="2" charset="2"/>
              </a:rPr>
              <a:t> Not ready</a:t>
            </a:r>
            <a:endParaRPr kumimoji="0" 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3F965C-E7EC-C93A-0343-7E53BEEB7B27}"/>
              </a:ext>
            </a:extLst>
          </p:cNvPr>
          <p:cNvGraphicFramePr>
            <a:graphicFrameLocks noGrp="1"/>
          </p:cNvGraphicFramePr>
          <p:nvPr/>
        </p:nvGraphicFramePr>
        <p:xfrm>
          <a:off x="390666" y="825488"/>
          <a:ext cx="8153399" cy="538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90">
                  <a:extLst>
                    <a:ext uri="{9D8B030D-6E8A-4147-A177-3AD203B41FA5}">
                      <a16:colId xmlns:a16="http://schemas.microsoft.com/office/drawing/2014/main" val="1138320030"/>
                    </a:ext>
                  </a:extLst>
                </a:gridCol>
                <a:gridCol w="3355410">
                  <a:extLst>
                    <a:ext uri="{9D8B030D-6E8A-4147-A177-3AD203B41FA5}">
                      <a16:colId xmlns:a16="http://schemas.microsoft.com/office/drawing/2014/main" val="4090028207"/>
                    </a:ext>
                  </a:extLst>
                </a:gridCol>
                <a:gridCol w="1603216">
                  <a:extLst>
                    <a:ext uri="{9D8B030D-6E8A-4147-A177-3AD203B41FA5}">
                      <a16:colId xmlns:a16="http://schemas.microsoft.com/office/drawing/2014/main" val="3498497269"/>
                    </a:ext>
                  </a:extLst>
                </a:gridCol>
                <a:gridCol w="1776583">
                  <a:extLst>
                    <a:ext uri="{9D8B030D-6E8A-4147-A177-3AD203B41FA5}">
                      <a16:colId xmlns:a16="http://schemas.microsoft.com/office/drawing/2014/main" val="3747509186"/>
                    </a:ext>
                  </a:extLst>
                </a:gridCol>
              </a:tblGrid>
              <a:tr h="320441">
                <a:tc>
                  <a:txBody>
                    <a:bodyPr/>
                    <a:lstStyle/>
                    <a:p>
                      <a:r>
                        <a:rPr lang="en-US" sz="1800" dirty="0"/>
                        <a:t>Capability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 Example 1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Product Example 2</a:t>
                      </a: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1690884394"/>
                  </a:ext>
                </a:extLst>
              </a:tr>
              <a:tr h="320441">
                <a:tc rowSpan="6">
                  <a:txBody>
                    <a:bodyPr/>
                    <a:lstStyle/>
                    <a:p>
                      <a:r>
                        <a:rPr lang="en-US" sz="2000" dirty="0"/>
                        <a:t>CX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Reference customer journey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FFFF00"/>
                          </a:solidFill>
                          <a:sym typeface="Wingdings" panose="05000000000000000000" pitchFamily="2" charset="2"/>
                        </a:rPr>
                        <a:t></a:t>
                      </a:r>
                      <a:endParaRPr lang="en-US" sz="1800">
                        <a:solidFill>
                          <a:srgbClr val="FFFF00"/>
                        </a:solidFill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</a:t>
                      </a:r>
                      <a:endParaRPr lang="en-US" sz="1800">
                        <a:solidFill>
                          <a:srgbClr val="00B050"/>
                        </a:solidFill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786315985"/>
                  </a:ext>
                </a:extLst>
              </a:tr>
              <a:tr h="32044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Delivery operational processes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516135535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Onboarding template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3247860303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Proactive monitoring 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607968835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Support and escalation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3695271205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Service provisioning 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1584196174"/>
                  </a:ext>
                </a:extLst>
              </a:tr>
              <a:tr h="241113">
                <a:tc rowSpan="2">
                  <a:txBody>
                    <a:bodyPr/>
                    <a:lstStyle/>
                    <a:p>
                      <a:r>
                        <a:rPr lang="en-US" sz="2000"/>
                        <a:t>Pricing &amp; Packaging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Quoting tool coverage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41977493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Pricing options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4247339154"/>
                  </a:ext>
                </a:extLst>
              </a:tr>
              <a:tr h="320441">
                <a:tc rowSpan="4">
                  <a:txBody>
                    <a:bodyPr/>
                    <a:lstStyle/>
                    <a:p>
                      <a:r>
                        <a:rPr lang="en-US" sz="2000" dirty="0"/>
                        <a:t>GTM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Sales card &amp; sales overview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130958634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Customer business value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3040243310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FAQ &amp; objection handling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1341715955"/>
                  </a:ext>
                </a:extLst>
              </a:tr>
              <a:tr h="24111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Sales playbook</a:t>
                      </a: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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extLst>
                  <a:ext uri="{0D108BD9-81ED-4DB2-BD59-A6C34878D82A}">
                    <a16:rowId xmlns:a16="http://schemas.microsoft.com/office/drawing/2014/main" val="2421183338"/>
                  </a:ext>
                </a:extLst>
              </a:tr>
            </a:tbl>
          </a:graphicData>
        </a:graphic>
      </p:graphicFrame>
      <p:pic>
        <p:nvPicPr>
          <p:cNvPr id="5" name="Picture 4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768C39BE-991C-44E2-D40F-68075E640B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6145" y="5940977"/>
            <a:ext cx="395840" cy="417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959BFE-D1AD-CF1B-AD26-CF36AB0CBFA7}"/>
              </a:ext>
            </a:extLst>
          </p:cNvPr>
          <p:cNvSpPr txBox="1"/>
          <p:nvPr/>
        </p:nvSpPr>
        <p:spPr>
          <a:xfrm>
            <a:off x="5999353" y="6149963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009AE-49FE-007C-6F33-70A53A2B560F}"/>
              </a:ext>
            </a:extLst>
          </p:cNvPr>
          <p:cNvSpPr txBox="1"/>
          <p:nvPr/>
        </p:nvSpPr>
        <p:spPr>
          <a:xfrm rot="1648860">
            <a:off x="8768202" y="1128443"/>
            <a:ext cx="104573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Example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D5D8AA5-3697-6EC7-A612-41D8440D4499}"/>
              </a:ext>
            </a:extLst>
          </p:cNvPr>
          <p:cNvGrpSpPr/>
          <p:nvPr/>
        </p:nvGrpSpPr>
        <p:grpSpPr>
          <a:xfrm>
            <a:off x="10242266" y="139622"/>
            <a:ext cx="1949734" cy="949967"/>
            <a:chOff x="4556290" y="1740069"/>
            <a:chExt cx="3217993" cy="33778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A2BC9C8-AD1B-228D-0C0F-BBF935CA2361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3041434" y="345609"/>
              <a:chExt cx="3079419" cy="923825"/>
            </a:xfrm>
          </p:grpSpPr>
          <p:sp>
            <p:nvSpPr>
              <p:cNvPr id="16" name="Arrow: Chevron 15">
                <a:extLst>
                  <a:ext uri="{FF2B5EF4-FFF2-40B4-BE49-F238E27FC236}">
                    <a16:creationId xmlns:a16="http://schemas.microsoft.com/office/drawing/2014/main" id="{4A770166-C414-A209-27E3-06D16829C200}"/>
                  </a:ext>
                </a:extLst>
              </p:cNvPr>
              <p:cNvSpPr/>
              <p:nvPr/>
            </p:nvSpPr>
            <p:spPr>
              <a:xfrm>
                <a:off x="3041434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3221807"/>
                  <a:satOff val="-9246"/>
                  <a:lumOff val="-14805"/>
                  <a:alphaOff val="0"/>
                </a:schemeClr>
              </a:lnRef>
              <a:fillRef idx="1">
                <a:schemeClr val="accent2">
                  <a:hueOff val="3221807"/>
                  <a:satOff val="-9246"/>
                  <a:lumOff val="-14805"/>
                  <a:alphaOff val="0"/>
                </a:schemeClr>
              </a:fillRef>
              <a:effectRef idx="0">
                <a:schemeClr val="accent2">
                  <a:hueOff val="3221807"/>
                  <a:satOff val="-9246"/>
                  <a:lumOff val="-1480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17" name="Arrow: Chevron 4">
                <a:extLst>
                  <a:ext uri="{FF2B5EF4-FFF2-40B4-BE49-F238E27FC236}">
                    <a16:creationId xmlns:a16="http://schemas.microsoft.com/office/drawing/2014/main" id="{A0413603-B12D-D298-A9E5-28216341517D}"/>
                  </a:ext>
                </a:extLst>
              </p:cNvPr>
              <p:cNvSpPr txBox="1"/>
              <p:nvPr/>
            </p:nvSpPr>
            <p:spPr>
              <a:xfrm>
                <a:off x="3318582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/>
                  <a:t>Step 2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2ECE897-8811-ECF8-35D7-5510943EBFDA}"/>
                </a:ext>
              </a:extLst>
            </p:cNvPr>
            <p:cNvGrpSpPr/>
            <p:nvPr/>
          </p:nvGrpSpPr>
          <p:grpSpPr>
            <a:xfrm>
              <a:off x="4556290" y="2167584"/>
              <a:ext cx="3217993" cy="2950346"/>
              <a:chOff x="3041434" y="773124"/>
              <a:chExt cx="3217993" cy="295034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0457958-9EA5-66FE-D1DB-0EFC2F629A1F}"/>
                  </a:ext>
                </a:extLst>
              </p:cNvPr>
              <p:cNvSpPr/>
              <p:nvPr/>
            </p:nvSpPr>
            <p:spPr>
              <a:xfrm>
                <a:off x="3041434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9771E9-AEB0-A9AD-AB0B-486B3D10DE1A}"/>
                  </a:ext>
                </a:extLst>
              </p:cNvPr>
              <p:cNvSpPr txBox="1"/>
              <p:nvPr/>
            </p:nvSpPr>
            <p:spPr>
              <a:xfrm>
                <a:off x="3180008" y="773124"/>
                <a:ext cx="3079419" cy="277420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kern="1200" dirty="0"/>
                  <a:t>Map your capabilities and offer maturity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4475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CBC0E3-727F-0ABA-7D89-3B918AB102B8}"/>
              </a:ext>
            </a:extLst>
          </p:cNvPr>
          <p:cNvSpPr txBox="1"/>
          <p:nvPr/>
        </p:nvSpPr>
        <p:spPr>
          <a:xfrm>
            <a:off x="771632" y="71334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 Maturity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D1C0F5-7A6F-3427-8286-F0414E682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116944"/>
              </p:ext>
            </p:extLst>
          </p:nvPr>
        </p:nvGraphicFramePr>
        <p:xfrm>
          <a:off x="146382" y="972252"/>
          <a:ext cx="11899232" cy="56383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59568">
                  <a:extLst>
                    <a:ext uri="{9D8B030D-6E8A-4147-A177-3AD203B41FA5}">
                      <a16:colId xmlns:a16="http://schemas.microsoft.com/office/drawing/2014/main" val="1138320030"/>
                    </a:ext>
                  </a:extLst>
                </a:gridCol>
                <a:gridCol w="2768099">
                  <a:extLst>
                    <a:ext uri="{9D8B030D-6E8A-4147-A177-3AD203B41FA5}">
                      <a16:colId xmlns:a16="http://schemas.microsoft.com/office/drawing/2014/main" val="4090028207"/>
                    </a:ext>
                  </a:extLst>
                </a:gridCol>
                <a:gridCol w="1726059">
                  <a:extLst>
                    <a:ext uri="{9D8B030D-6E8A-4147-A177-3AD203B41FA5}">
                      <a16:colId xmlns:a16="http://schemas.microsoft.com/office/drawing/2014/main" val="3498497269"/>
                    </a:ext>
                  </a:extLst>
                </a:gridCol>
                <a:gridCol w="2106202">
                  <a:extLst>
                    <a:ext uri="{9D8B030D-6E8A-4147-A177-3AD203B41FA5}">
                      <a16:colId xmlns:a16="http://schemas.microsoft.com/office/drawing/2014/main" val="3747509186"/>
                    </a:ext>
                  </a:extLst>
                </a:gridCol>
                <a:gridCol w="1726059">
                  <a:extLst>
                    <a:ext uri="{9D8B030D-6E8A-4147-A177-3AD203B41FA5}">
                      <a16:colId xmlns:a16="http://schemas.microsoft.com/office/drawing/2014/main" val="2566471198"/>
                    </a:ext>
                  </a:extLst>
                </a:gridCol>
                <a:gridCol w="2213245">
                  <a:extLst>
                    <a:ext uri="{9D8B030D-6E8A-4147-A177-3AD203B41FA5}">
                      <a16:colId xmlns:a16="http://schemas.microsoft.com/office/drawing/2014/main" val="4167912895"/>
                    </a:ext>
                  </a:extLst>
                </a:gridCol>
              </a:tblGrid>
              <a:tr h="25450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Capability</a:t>
                      </a:r>
                    </a:p>
                  </a:txBody>
                  <a:tcPr marL="51770" marR="51770" marT="25885" marB="25885"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Level 1: Ad Hoc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Level 2: Repeatable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Level 3: Scalable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Level 4: Differentiated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84394"/>
                  </a:ext>
                </a:extLst>
              </a:tr>
              <a:tr h="824377">
                <a:tc rowSpan="4">
                  <a:txBody>
                    <a:bodyPr/>
                    <a:lstStyle/>
                    <a:p>
                      <a:r>
                        <a:rPr lang="en-US" sz="2000" dirty="0"/>
                        <a:t>Customer Experience</a:t>
                      </a:r>
                    </a:p>
                  </a:txBody>
                  <a:tcPr marL="70185" marR="70185" marT="35092" marB="35092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Delivery operational processes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Subject Matter Experts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Version controlled checklist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Standard operating procedures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Automated validation and cost optimization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135535"/>
                  </a:ext>
                </a:extLst>
              </a:tr>
              <a:tr h="56430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Onboarding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Manual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Guide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Onboarding Playbook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860303"/>
                  </a:ext>
                </a:extLst>
              </a:tr>
              <a:tr h="56430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Proactive monitoring 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Engineer Led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Engineering portal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SLA monitoring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968835"/>
                  </a:ext>
                </a:extLst>
              </a:tr>
              <a:tr h="82437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Support and escalation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Support Desk Tool</a:t>
                      </a:r>
                      <a:endParaRPr kumimoji="0" 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Support Desk with Severity Levels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Standard dashboard &amp; alerting rules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271205"/>
                  </a:ext>
                </a:extLst>
              </a:tr>
              <a:tr h="304241">
                <a:tc rowSpan="2">
                  <a:txBody>
                    <a:bodyPr/>
                    <a:lstStyle/>
                    <a:p>
                      <a:r>
                        <a:rPr lang="en-US" sz="2000"/>
                        <a:t>Pricing &amp; Packaging</a:t>
                      </a:r>
                    </a:p>
                  </a:txBody>
                  <a:tcPr marL="51770" marR="51770" marT="25885" marB="25885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Quoting tool coverage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Custom Scope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Manual pricing calculator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Pricing calculator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Self-Serve pricing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7493"/>
                  </a:ext>
                </a:extLst>
              </a:tr>
              <a:tr h="30424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Pricing options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339154"/>
                  </a:ext>
                </a:extLst>
              </a:tr>
              <a:tr h="564309">
                <a:tc rowSpan="3">
                  <a:txBody>
                    <a:bodyPr/>
                    <a:lstStyle/>
                    <a:p>
                      <a:r>
                        <a:rPr lang="en-US" sz="2000"/>
                        <a:t>GTM</a:t>
                      </a:r>
                    </a:p>
                  </a:txBody>
                  <a:tcPr marL="51770" marR="51770" marT="25885" marB="25885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Sales card &amp; sales overview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Product Manager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101 Level Material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Sales Playbook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Connected Sales Playbook</a:t>
                      </a:r>
                    </a:p>
                  </a:txBody>
                  <a:tcPr marL="51770" marR="51770" marT="25885" marB="25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58634"/>
                  </a:ext>
                </a:extLst>
              </a:tr>
              <a:tr h="30424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FAQ/objection handling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715955"/>
                  </a:ext>
                </a:extLst>
              </a:tr>
              <a:tr h="3120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Sales playbook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Product Manager</a:t>
                      </a:r>
                    </a:p>
                  </a:txBody>
                  <a:tcPr marL="51770" marR="51770" marT="25885" marB="25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67448" marR="67448" marT="33724" marB="337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83338"/>
                  </a:ext>
                </a:extLst>
              </a:tr>
            </a:tbl>
          </a:graphicData>
        </a:graphic>
      </p:graphicFrame>
      <p:pic>
        <p:nvPicPr>
          <p:cNvPr id="6" name="Picture 5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3B3363AA-310F-98F9-720F-A5A1F323A2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7326" y="6235152"/>
            <a:ext cx="395840" cy="4179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50F0B0-E74C-2757-E897-6ACA76127D28}"/>
              </a:ext>
            </a:extLst>
          </p:cNvPr>
          <p:cNvSpPr txBox="1"/>
          <p:nvPr/>
        </p:nvSpPr>
        <p:spPr>
          <a:xfrm>
            <a:off x="9131218" y="6345347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A240D9-1D65-59FF-DCCF-08C21C022845}"/>
              </a:ext>
            </a:extLst>
          </p:cNvPr>
          <p:cNvGrpSpPr/>
          <p:nvPr/>
        </p:nvGrpSpPr>
        <p:grpSpPr>
          <a:xfrm>
            <a:off x="10245702" y="68076"/>
            <a:ext cx="1949734" cy="949967"/>
            <a:chOff x="4556290" y="1740069"/>
            <a:chExt cx="3217993" cy="33778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3577A4A-08A9-5D1F-5E38-E54471183222}"/>
                </a:ext>
              </a:extLst>
            </p:cNvPr>
            <p:cNvGrpSpPr/>
            <p:nvPr/>
          </p:nvGrpSpPr>
          <p:grpSpPr>
            <a:xfrm>
              <a:off x="4556290" y="1740069"/>
              <a:ext cx="3079419" cy="923825"/>
              <a:chOff x="3041434" y="345609"/>
              <a:chExt cx="3079419" cy="923825"/>
            </a:xfrm>
          </p:grpSpPr>
          <p:sp>
            <p:nvSpPr>
              <p:cNvPr id="13" name="Arrow: Chevron 12">
                <a:extLst>
                  <a:ext uri="{FF2B5EF4-FFF2-40B4-BE49-F238E27FC236}">
                    <a16:creationId xmlns:a16="http://schemas.microsoft.com/office/drawing/2014/main" id="{6540C901-FFD3-AC88-FFE4-A0256404333F}"/>
                  </a:ext>
                </a:extLst>
              </p:cNvPr>
              <p:cNvSpPr/>
              <p:nvPr/>
            </p:nvSpPr>
            <p:spPr>
              <a:xfrm>
                <a:off x="3041434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3221807"/>
                  <a:satOff val="-9246"/>
                  <a:lumOff val="-14805"/>
                  <a:alphaOff val="0"/>
                </a:schemeClr>
              </a:lnRef>
              <a:fillRef idx="1">
                <a:schemeClr val="accent2">
                  <a:hueOff val="3221807"/>
                  <a:satOff val="-9246"/>
                  <a:lumOff val="-14805"/>
                  <a:alphaOff val="0"/>
                </a:schemeClr>
              </a:fillRef>
              <a:effectRef idx="0">
                <a:schemeClr val="accent2">
                  <a:hueOff val="3221807"/>
                  <a:satOff val="-9246"/>
                  <a:lumOff val="-1480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15" name="Arrow: Chevron 4">
                <a:extLst>
                  <a:ext uri="{FF2B5EF4-FFF2-40B4-BE49-F238E27FC236}">
                    <a16:creationId xmlns:a16="http://schemas.microsoft.com/office/drawing/2014/main" id="{575648C8-15F6-694A-00BC-4DAE7C9379F7}"/>
                  </a:ext>
                </a:extLst>
              </p:cNvPr>
              <p:cNvSpPr txBox="1"/>
              <p:nvPr/>
            </p:nvSpPr>
            <p:spPr>
              <a:xfrm>
                <a:off x="3318582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/>
                  <a:t>Step 2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B955FA-FA6E-44BD-B533-E8E543E16C74}"/>
                </a:ext>
              </a:extLst>
            </p:cNvPr>
            <p:cNvGrpSpPr/>
            <p:nvPr/>
          </p:nvGrpSpPr>
          <p:grpSpPr>
            <a:xfrm>
              <a:off x="4556290" y="2167584"/>
              <a:ext cx="3217993" cy="2950346"/>
              <a:chOff x="3041434" y="773124"/>
              <a:chExt cx="3217993" cy="295034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36A5C53-7B84-0C67-4DBC-A3AC3C96D935}"/>
                  </a:ext>
                </a:extLst>
              </p:cNvPr>
              <p:cNvSpPr/>
              <p:nvPr/>
            </p:nvSpPr>
            <p:spPr>
              <a:xfrm>
                <a:off x="3041434" y="1269435"/>
                <a:ext cx="2802271" cy="2454035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3367359"/>
                  <a:satOff val="-31116"/>
                  <a:lumOff val="-3508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0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E93A94-C356-89E4-1342-5F49EBEC8CE3}"/>
                  </a:ext>
                </a:extLst>
              </p:cNvPr>
              <p:cNvSpPr txBox="1"/>
              <p:nvPr/>
            </p:nvSpPr>
            <p:spPr>
              <a:xfrm>
                <a:off x="3180008" y="773124"/>
                <a:ext cx="3079419" cy="277420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400" kern="1200" dirty="0"/>
                  <a:t>Map your capabilities and offer maturity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955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8130E-ED06-3117-24D9-8238FC44799D}"/>
              </a:ext>
            </a:extLst>
          </p:cNvPr>
          <p:cNvSpPr txBox="1"/>
          <p:nvPr/>
        </p:nvSpPr>
        <p:spPr>
          <a:xfrm>
            <a:off x="450110" y="948539"/>
            <a:ext cx="6801295" cy="535531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28600" indent="-228600" rtl="0" fontAlgn="ctr">
              <a:buFont typeface="+mj-lt"/>
              <a:buAutoNum type="arabicPeriod"/>
            </a:pPr>
            <a:r>
              <a:rPr lang="en-US" b="0" i="0" dirty="0">
                <a:effectLst/>
                <a:latin typeface="Calibri" panose="020F0502020204030204" pitchFamily="34" charset="0"/>
              </a:rPr>
              <a:t>Take an inventory of your onboarding process: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What happens after a customer orders?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Who does the customer kickoff and what is the process? How does the customer kickoff team know what the customer ordered?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Who sets up the customer's environment and your product in the customer environment?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Who hands over your product to the customer?  What is the customer expected to do?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How do you recognize revenue after the customer is set up?</a:t>
            </a:r>
          </a:p>
          <a:p>
            <a:pPr rtl="0" fontAlgn="ctr">
              <a:buFont typeface="+mj-lt"/>
              <a:buAutoNum type="arabicPeriod"/>
            </a:pPr>
            <a:r>
              <a:rPr lang="en-US" b="0" i="0" dirty="0">
                <a:effectLst/>
                <a:latin typeface="Calibri" panose="020F0502020204030204" pitchFamily="34" charset="0"/>
              </a:rPr>
              <a:t>Compare the inventory to your offers: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Does the onboarding process align with your targeted customer use cases?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Yes = sales is targeting the right customers;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No = adjust sales enablement for better fit customers or add missing use cases to the roadmap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Is there clear role/responsibility for the onboarding process?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Yes = you can informally measure TTFS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No = prioritize process clarity by use 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EC91C-DF61-0194-E9FB-2CEBF7FB4D34}"/>
              </a:ext>
            </a:extLst>
          </p:cNvPr>
          <p:cNvSpPr txBox="1"/>
          <p:nvPr/>
        </p:nvSpPr>
        <p:spPr>
          <a:xfrm>
            <a:off x="333152" y="130069"/>
            <a:ext cx="9140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Feeback Flywheel For Customer Onboarding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09E7CF-D3ED-7295-D4F1-95E908F5184A}"/>
              </a:ext>
            </a:extLst>
          </p:cNvPr>
          <p:cNvGrpSpPr/>
          <p:nvPr/>
        </p:nvGrpSpPr>
        <p:grpSpPr>
          <a:xfrm>
            <a:off x="9964721" y="101636"/>
            <a:ext cx="2227279" cy="1226415"/>
            <a:chOff x="4556291" y="1740069"/>
            <a:chExt cx="3079419" cy="2654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CB4431-40FB-FA7E-880F-EC8A61B141B5}"/>
                </a:ext>
              </a:extLst>
            </p:cNvPr>
            <p:cNvGrpSpPr/>
            <p:nvPr/>
          </p:nvGrpSpPr>
          <p:grpSpPr>
            <a:xfrm>
              <a:off x="4556291" y="1740069"/>
              <a:ext cx="3079419" cy="923825"/>
              <a:chOff x="6075087" y="345609"/>
              <a:chExt cx="3079419" cy="923825"/>
            </a:xfrm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62EA6B25-9B32-F79B-6B7C-A900F02989F1}"/>
                  </a:ext>
                </a:extLst>
              </p:cNvPr>
              <p:cNvSpPr/>
              <p:nvPr/>
            </p:nvSpPr>
            <p:spPr>
              <a:xfrm>
                <a:off x="6075087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6443614"/>
                  <a:satOff val="-18493"/>
                  <a:lumOff val="-29609"/>
                  <a:alphaOff val="0"/>
                </a:schemeClr>
              </a:lnRef>
              <a:fillRef idx="1">
                <a:schemeClr val="accent2">
                  <a:hueOff val="6443614"/>
                  <a:satOff val="-18493"/>
                  <a:lumOff val="-29609"/>
                  <a:alphaOff val="0"/>
                </a:schemeClr>
              </a:fillRef>
              <a:effectRef idx="0">
                <a:schemeClr val="accent2">
                  <a:hueOff val="6443614"/>
                  <a:satOff val="-18493"/>
                  <a:lumOff val="-2960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10" name="Arrow: Chevron 4">
                <a:extLst>
                  <a:ext uri="{FF2B5EF4-FFF2-40B4-BE49-F238E27FC236}">
                    <a16:creationId xmlns:a16="http://schemas.microsoft.com/office/drawing/2014/main" id="{8F89324B-92BA-7E28-1E68-82A4A0FEFEF6}"/>
                  </a:ext>
                </a:extLst>
              </p:cNvPr>
              <p:cNvSpPr txBox="1"/>
              <p:nvPr/>
            </p:nvSpPr>
            <p:spPr>
              <a:xfrm>
                <a:off x="6352235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kern="1200"/>
                  <a:t>Step 3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256A8AE-758C-8589-7FBA-0C224BDE70E6}"/>
                </a:ext>
              </a:extLst>
            </p:cNvPr>
            <p:cNvGrpSpPr/>
            <p:nvPr/>
          </p:nvGrpSpPr>
          <p:grpSpPr>
            <a:xfrm>
              <a:off x="4556291" y="2343643"/>
              <a:ext cx="2802271" cy="2050449"/>
              <a:chOff x="6075087" y="949183"/>
              <a:chExt cx="2802271" cy="205044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ECA8322-A01E-DEB0-66A3-4361900C2DA1}"/>
                  </a:ext>
                </a:extLst>
              </p:cNvPr>
              <p:cNvSpPr/>
              <p:nvPr/>
            </p:nvSpPr>
            <p:spPr>
              <a:xfrm>
                <a:off x="6075087" y="1269435"/>
                <a:ext cx="2802271" cy="1730197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536F31-DF4F-C722-3A5B-7B968F6FEFEC}"/>
                  </a:ext>
                </a:extLst>
              </p:cNvPr>
              <p:cNvSpPr txBox="1"/>
              <p:nvPr/>
            </p:nvSpPr>
            <p:spPr>
              <a:xfrm>
                <a:off x="6075087" y="949183"/>
                <a:ext cx="2802271" cy="202932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 dirty="0"/>
                  <a:t>Improve with your feedback flywheel</a:t>
                </a:r>
              </a:p>
            </p:txBody>
          </p:sp>
        </p:grpSp>
      </p:grpSp>
      <p:pic>
        <p:nvPicPr>
          <p:cNvPr id="12" name="Picture 11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4618310C-0DE8-6AFD-7398-D775C39481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4411" y="5940977"/>
            <a:ext cx="395840" cy="417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8E56FD-7138-DAEC-3DDA-80BAADFCE974}"/>
              </a:ext>
            </a:extLst>
          </p:cNvPr>
          <p:cNvSpPr txBox="1"/>
          <p:nvPr/>
        </p:nvSpPr>
        <p:spPr>
          <a:xfrm>
            <a:off x="8827619" y="6149963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F156BE2-97A2-FDAA-49E5-0102B66E3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805189"/>
              </p:ext>
            </p:extLst>
          </p:nvPr>
        </p:nvGraphicFramePr>
        <p:xfrm>
          <a:off x="7751135" y="1677607"/>
          <a:ext cx="4167963" cy="3715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6330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8130E-ED06-3117-24D9-8238FC44799D}"/>
              </a:ext>
            </a:extLst>
          </p:cNvPr>
          <p:cNvSpPr txBox="1"/>
          <p:nvPr/>
        </p:nvSpPr>
        <p:spPr>
          <a:xfrm>
            <a:off x="272902" y="565366"/>
            <a:ext cx="7673162" cy="618630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28600" indent="-228600" rtl="0" fontAlgn="ctr">
              <a:buFont typeface="+mj-lt"/>
              <a:buAutoNum type="arabicPeriod" startAt="3"/>
            </a:pPr>
            <a:r>
              <a:rPr lang="en-US" b="0" i="0" dirty="0">
                <a:effectLst/>
                <a:latin typeface="Calibri" panose="020F0502020204030204" pitchFamily="34" charset="0"/>
              </a:rPr>
              <a:t>Explore how feedback is handled: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How do customers get help before onboarding?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If tracked, then TTFS can be measured informally.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 If not tracked, then prioritize a process for customers to communicate before onboarding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How do customers communicate special needs?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If it is pre-sale / customized, then prepare a checklist.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 If it is post-sale updates, then prioritize sales checklist to funnel to prioritized use cases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How do customers learn about your product's support of their use case?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 If it is hands on learning, then prepare in-product documentation to guide a new customer. 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Otherwise, prioritize an onboarding guide that covers what your sales engineers are doing for each customer.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How do customers let you know they are getting value from your product?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 If you have usage measures and support case feedback, then prioritize a process to send use case information to your go-to-market team. </a:t>
            </a:r>
          </a:p>
          <a:p>
            <a:pPr marL="1200150" lvl="2" indent="-28575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 If it is up to your account team or customer success to check with the customer (or a quarterly review), then prioritize a process for early checks and updates to you go-market team.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53930D-C3E4-8B24-DC7E-2EC9E31E2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56897"/>
              </p:ext>
            </p:extLst>
          </p:nvPr>
        </p:nvGraphicFramePr>
        <p:xfrm>
          <a:off x="7751135" y="1677607"/>
          <a:ext cx="4167963" cy="3715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52A15EF-7EAE-3B75-C15A-8C806D888936}"/>
              </a:ext>
            </a:extLst>
          </p:cNvPr>
          <p:cNvSpPr txBox="1"/>
          <p:nvPr/>
        </p:nvSpPr>
        <p:spPr>
          <a:xfrm>
            <a:off x="272902" y="106325"/>
            <a:ext cx="8321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Feeback Flywheel For Customer Onboarding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589F6-8E3A-9B31-2A1F-A5438A99DD99}"/>
              </a:ext>
            </a:extLst>
          </p:cNvPr>
          <p:cNvGrpSpPr/>
          <p:nvPr/>
        </p:nvGrpSpPr>
        <p:grpSpPr>
          <a:xfrm>
            <a:off x="9964721" y="101636"/>
            <a:ext cx="2227279" cy="1226415"/>
            <a:chOff x="4556291" y="1740069"/>
            <a:chExt cx="3079419" cy="265402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5C6BA71-E873-4B7E-2A7E-9C6018495281}"/>
                </a:ext>
              </a:extLst>
            </p:cNvPr>
            <p:cNvGrpSpPr/>
            <p:nvPr/>
          </p:nvGrpSpPr>
          <p:grpSpPr>
            <a:xfrm>
              <a:off x="4556291" y="1740069"/>
              <a:ext cx="3079419" cy="923825"/>
              <a:chOff x="6075087" y="345609"/>
              <a:chExt cx="3079419" cy="923825"/>
            </a:xfrm>
          </p:grpSpPr>
          <p:sp>
            <p:nvSpPr>
              <p:cNvPr id="10" name="Arrow: Chevron 9">
                <a:extLst>
                  <a:ext uri="{FF2B5EF4-FFF2-40B4-BE49-F238E27FC236}">
                    <a16:creationId xmlns:a16="http://schemas.microsoft.com/office/drawing/2014/main" id="{DC8ECE88-DD51-817D-D04D-571270280DCB}"/>
                  </a:ext>
                </a:extLst>
              </p:cNvPr>
              <p:cNvSpPr/>
              <p:nvPr/>
            </p:nvSpPr>
            <p:spPr>
              <a:xfrm>
                <a:off x="6075087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6443614"/>
                  <a:satOff val="-18493"/>
                  <a:lumOff val="-29609"/>
                  <a:alphaOff val="0"/>
                </a:schemeClr>
              </a:lnRef>
              <a:fillRef idx="1">
                <a:schemeClr val="accent2">
                  <a:hueOff val="6443614"/>
                  <a:satOff val="-18493"/>
                  <a:lumOff val="-29609"/>
                  <a:alphaOff val="0"/>
                </a:schemeClr>
              </a:fillRef>
              <a:effectRef idx="0">
                <a:schemeClr val="accent2">
                  <a:hueOff val="6443614"/>
                  <a:satOff val="-18493"/>
                  <a:lumOff val="-2960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11" name="Arrow: Chevron 4">
                <a:extLst>
                  <a:ext uri="{FF2B5EF4-FFF2-40B4-BE49-F238E27FC236}">
                    <a16:creationId xmlns:a16="http://schemas.microsoft.com/office/drawing/2014/main" id="{EA6AEEDE-15D4-2DC6-CA79-8EA7280610A0}"/>
                  </a:ext>
                </a:extLst>
              </p:cNvPr>
              <p:cNvSpPr txBox="1"/>
              <p:nvPr/>
            </p:nvSpPr>
            <p:spPr>
              <a:xfrm>
                <a:off x="6352235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kern="1200"/>
                  <a:t>Step 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11C029-5CA2-E7FB-AA23-EEBCC9D44F8F}"/>
                </a:ext>
              </a:extLst>
            </p:cNvPr>
            <p:cNvGrpSpPr/>
            <p:nvPr/>
          </p:nvGrpSpPr>
          <p:grpSpPr>
            <a:xfrm>
              <a:off x="4556291" y="2343643"/>
              <a:ext cx="2802271" cy="2050449"/>
              <a:chOff x="6075087" y="949183"/>
              <a:chExt cx="2802271" cy="205044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588F1D-3B16-CEED-7177-9B376ACECBD4}"/>
                  </a:ext>
                </a:extLst>
              </p:cNvPr>
              <p:cNvSpPr/>
              <p:nvPr/>
            </p:nvSpPr>
            <p:spPr>
              <a:xfrm>
                <a:off x="6075087" y="1269435"/>
                <a:ext cx="2802271" cy="1730197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83FDB-D9B8-39BE-523B-FBBDADBFAB7E}"/>
                  </a:ext>
                </a:extLst>
              </p:cNvPr>
              <p:cNvSpPr txBox="1"/>
              <p:nvPr/>
            </p:nvSpPr>
            <p:spPr>
              <a:xfrm>
                <a:off x="6075087" y="949183"/>
                <a:ext cx="2802271" cy="202932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 dirty="0"/>
                  <a:t>Improve with your feedback flywheel</a:t>
                </a:r>
              </a:p>
            </p:txBody>
          </p:sp>
        </p:grpSp>
      </p:grpSp>
      <p:pic>
        <p:nvPicPr>
          <p:cNvPr id="12" name="Picture 11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D2100125-9B60-F440-C428-AFF4187AC12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9984" y="5940977"/>
            <a:ext cx="395840" cy="4179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C35B75-FD66-F173-D4B8-349E8699C72E}"/>
              </a:ext>
            </a:extLst>
          </p:cNvPr>
          <p:cNvSpPr txBox="1"/>
          <p:nvPr/>
        </p:nvSpPr>
        <p:spPr>
          <a:xfrm>
            <a:off x="8753192" y="6149963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</p:spTree>
    <p:extLst>
      <p:ext uri="{BB962C8B-B14F-4D97-AF65-F5344CB8AC3E}">
        <p14:creationId xmlns:p14="http://schemas.microsoft.com/office/powerpoint/2010/main" val="130428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AB54-03F3-5EE2-B183-2EF9D1B0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6D9BC-A3A1-DC78-449C-7907858D9263}"/>
              </a:ext>
            </a:extLst>
          </p:cNvPr>
          <p:cNvSpPr txBox="1"/>
          <p:nvPr/>
        </p:nvSpPr>
        <p:spPr>
          <a:xfrm>
            <a:off x="652131" y="871870"/>
            <a:ext cx="6057014" cy="48013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28600" indent="-228600" rtl="0" fontAlgn="ctr">
              <a:buFont typeface="+mj-lt"/>
              <a:buAutoNum type="arabicPeriod" startAt="4"/>
            </a:pPr>
            <a:r>
              <a:rPr lang="en-US" b="0" i="0" dirty="0">
                <a:effectLst/>
                <a:latin typeface="Calibri" panose="020F0502020204030204" pitchFamily="34" charset="0"/>
              </a:rPr>
              <a:t>Create an informal onboarding measurement system – Time to First Success (TTFS)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First TTFS: Start time is order booking - end time is first invoice to customer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Good TTFS: Start time is order booking - set up done - first invoice to customer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Better TTFS: Start time is order booking - set up done - first invoice to customer - customer is using your product</a:t>
            </a:r>
          </a:p>
          <a:p>
            <a:pPr rtl="0" fontAlgn="ctr">
              <a:buFont typeface="+mj-lt"/>
              <a:buAutoNum type="arabicPeriod" startAt="4"/>
            </a:pPr>
            <a:r>
              <a:rPr lang="en-US" b="0" i="0" dirty="0">
                <a:effectLst/>
                <a:latin typeface="Calibri" panose="020F0502020204030204" pitchFamily="34" charset="0"/>
              </a:rPr>
              <a:t>Transparent communication: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Report on your inventory - validate nothing is missing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Show inventory vs offers - agree on priority of changes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Lightweight overview of offers - aligned with roadmap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New roadmap items - two or three prioritized TTFS improvement items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Calibri" panose="020F0502020204030204" pitchFamily="34" charset="0"/>
              </a:rPr>
              <a:t>Celebration of TTFS - update to GTM team</a:t>
            </a:r>
          </a:p>
          <a:p>
            <a:pPr rtl="0" fontAlgn="ctr">
              <a:buFont typeface="+mj-lt"/>
              <a:buAutoNum type="arabicPeriod" startAt="4"/>
            </a:pPr>
            <a:r>
              <a:rPr lang="en-US" b="0" i="0" dirty="0">
                <a:effectLst/>
                <a:latin typeface="Calibri" panose="020F0502020204030204" pitchFamily="34" charset="0"/>
              </a:rPr>
              <a:t>Iterate again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02CAEBC-DFD1-7A52-1BCE-835AE7600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6186746"/>
              </p:ext>
            </p:extLst>
          </p:nvPr>
        </p:nvGraphicFramePr>
        <p:xfrm>
          <a:off x="7751135" y="1571282"/>
          <a:ext cx="4167963" cy="3715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EE3ACF-519F-C434-5576-085803E07B12}"/>
              </a:ext>
            </a:extLst>
          </p:cNvPr>
          <p:cNvSpPr txBox="1"/>
          <p:nvPr/>
        </p:nvSpPr>
        <p:spPr>
          <a:xfrm>
            <a:off x="520996" y="202019"/>
            <a:ext cx="8226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Feeback Flywheel For Customer Onboarding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CD759F-25FC-191C-50AC-640DBEA373E6}"/>
              </a:ext>
            </a:extLst>
          </p:cNvPr>
          <p:cNvGrpSpPr/>
          <p:nvPr/>
        </p:nvGrpSpPr>
        <p:grpSpPr>
          <a:xfrm>
            <a:off x="9964721" y="101636"/>
            <a:ext cx="2227279" cy="1226415"/>
            <a:chOff x="4556291" y="1740069"/>
            <a:chExt cx="3079419" cy="26540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C0281C-56B4-16AB-AD8D-F44E089DCBE7}"/>
                </a:ext>
              </a:extLst>
            </p:cNvPr>
            <p:cNvGrpSpPr/>
            <p:nvPr/>
          </p:nvGrpSpPr>
          <p:grpSpPr>
            <a:xfrm>
              <a:off x="4556291" y="1740069"/>
              <a:ext cx="3079419" cy="923825"/>
              <a:chOff x="6075087" y="345609"/>
              <a:chExt cx="3079419" cy="923825"/>
            </a:xfrm>
          </p:grpSpPr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A7DE5BF2-F97C-C2D6-8666-3A7E6E443CE3}"/>
                  </a:ext>
                </a:extLst>
              </p:cNvPr>
              <p:cNvSpPr/>
              <p:nvPr/>
            </p:nvSpPr>
            <p:spPr>
              <a:xfrm>
                <a:off x="6075087" y="345609"/>
                <a:ext cx="3079419" cy="923825"/>
              </a:xfrm>
              <a:prstGeom prst="chevron">
                <a:avLst>
                  <a:gd name="adj" fmla="val 30000"/>
                </a:avLst>
              </a:prstGeom>
            </p:spPr>
            <p:style>
              <a:lnRef idx="2">
                <a:schemeClr val="accent2">
                  <a:hueOff val="6443614"/>
                  <a:satOff val="-18493"/>
                  <a:lumOff val="-29609"/>
                  <a:alphaOff val="0"/>
                </a:schemeClr>
              </a:lnRef>
              <a:fillRef idx="1">
                <a:schemeClr val="accent2">
                  <a:hueOff val="6443614"/>
                  <a:satOff val="-18493"/>
                  <a:lumOff val="-29609"/>
                  <a:alphaOff val="0"/>
                </a:schemeClr>
              </a:fillRef>
              <a:effectRef idx="0">
                <a:schemeClr val="accent2">
                  <a:hueOff val="6443614"/>
                  <a:satOff val="-18493"/>
                  <a:lumOff val="-29609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 sz="1100"/>
              </a:p>
            </p:txBody>
          </p:sp>
          <p:sp>
            <p:nvSpPr>
              <p:cNvPr id="12" name="Arrow: Chevron 4">
                <a:extLst>
                  <a:ext uri="{FF2B5EF4-FFF2-40B4-BE49-F238E27FC236}">
                    <a16:creationId xmlns:a16="http://schemas.microsoft.com/office/drawing/2014/main" id="{E448D113-38D9-6EE8-8847-2B5BD3887FA9}"/>
                  </a:ext>
                </a:extLst>
              </p:cNvPr>
              <p:cNvSpPr txBox="1"/>
              <p:nvPr/>
            </p:nvSpPr>
            <p:spPr>
              <a:xfrm>
                <a:off x="6352235" y="345609"/>
                <a:ext cx="2525124" cy="9238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067" tIns="114067" rIns="114067" bIns="114067" numCol="1" spcCol="1270" anchor="ctr" anchorCtr="0">
                <a:noAutofit/>
              </a:bodyPr>
              <a:lstStyle/>
              <a:p>
                <a:pPr marL="0" lvl="0" indent="0"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400" kern="1200"/>
                  <a:t>Step 3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F17C620-1881-8153-98B8-C6350BD4C490}"/>
                </a:ext>
              </a:extLst>
            </p:cNvPr>
            <p:cNvGrpSpPr/>
            <p:nvPr/>
          </p:nvGrpSpPr>
          <p:grpSpPr>
            <a:xfrm>
              <a:off x="4556291" y="2343643"/>
              <a:ext cx="2802271" cy="2050449"/>
              <a:chOff x="6075087" y="949183"/>
              <a:chExt cx="2802271" cy="2050449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F25AD87-C0B6-6548-D1C0-2F4C1AA6574C}"/>
                  </a:ext>
                </a:extLst>
              </p:cNvPr>
              <p:cNvSpPr/>
              <p:nvPr/>
            </p:nvSpPr>
            <p:spPr>
              <a:xfrm>
                <a:off x="6075087" y="1269435"/>
                <a:ext cx="2802271" cy="1730197"/>
              </a:xfrm>
              <a:prstGeom prst="rect">
                <a:avLst/>
              </a:prstGeom>
            </p:spPr>
            <p:style>
              <a:lnRef idx="2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lnRef>
              <a:fillRef idx="1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fillRef>
              <a:effectRef idx="0">
                <a:schemeClr val="accent2">
                  <a:tint val="40000"/>
                  <a:alpha val="90000"/>
                  <a:hueOff val="6734718"/>
                  <a:satOff val="-62232"/>
                  <a:lumOff val="-7015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91561A-8A24-2AE4-427E-B8002968526D}"/>
                  </a:ext>
                </a:extLst>
              </p:cNvPr>
              <p:cNvSpPr txBox="1"/>
              <p:nvPr/>
            </p:nvSpPr>
            <p:spPr>
              <a:xfrm>
                <a:off x="6075087" y="949183"/>
                <a:ext cx="2802271" cy="202932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21442" tIns="221442" rIns="221442" bIns="442884" numCol="1" spcCol="1270" anchor="t" anchorCtr="0">
                <a:noAutofit/>
              </a:bodyPr>
              <a:lstStyle/>
              <a:p>
                <a:pPr marL="0" lvl="0" indent="0" algn="l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kern="1200" dirty="0"/>
                  <a:t>Improve with your feedback flywheel</a:t>
                </a:r>
              </a:p>
            </p:txBody>
          </p:sp>
        </p:grpSp>
      </p:grpSp>
      <p:pic>
        <p:nvPicPr>
          <p:cNvPr id="13" name="Picture 12" descr="A picture containing child art, clipart, graphics, text&#10;&#10;Description automatically generated">
            <a:extLst>
              <a:ext uri="{FF2B5EF4-FFF2-40B4-BE49-F238E27FC236}">
                <a16:creationId xmlns:a16="http://schemas.microsoft.com/office/drawing/2014/main" id="{7C570EA0-A24D-D586-1DF3-D0D8BAC2F27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1759" y="5940977"/>
            <a:ext cx="395840" cy="4179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DE9696-6D1A-6F40-46A6-7279BB92FC35}"/>
              </a:ext>
            </a:extLst>
          </p:cNvPr>
          <p:cNvSpPr txBox="1"/>
          <p:nvPr/>
        </p:nvSpPr>
        <p:spPr>
          <a:xfrm>
            <a:off x="8614967" y="6149963"/>
            <a:ext cx="240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Amycmitchell.substack.com</a:t>
            </a:r>
          </a:p>
        </p:txBody>
      </p:sp>
    </p:spTree>
    <p:extLst>
      <p:ext uri="{BB962C8B-B14F-4D97-AF65-F5344CB8AC3E}">
        <p14:creationId xmlns:p14="http://schemas.microsoft.com/office/powerpoint/2010/main" val="185803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151" y="4220642"/>
            <a:ext cx="6432694" cy="157032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Franklin Gothic Book" panose="020B0503020102020204" pitchFamily="34" charset="0"/>
                <a:cs typeface="Segoe UI" panose="020B0502040204020203" pitchFamily="34" charset="0"/>
              </a:rPr>
              <a:t>Product Management IRL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05" y="5837012"/>
            <a:ext cx="4497883" cy="643060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hlinkClick r:id="rId3"/>
              </a:rPr>
              <a:t>https://amycmitchell.substack.com/</a:t>
            </a:r>
            <a:r>
              <a:rPr lang="en-US" sz="2000" dirty="0"/>
              <a:t> 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qr code with colorful hands&#10;&#10;AI-generated content may be incorrect.">
            <a:extLst>
              <a:ext uri="{FF2B5EF4-FFF2-40B4-BE49-F238E27FC236}">
                <a16:creationId xmlns:a16="http://schemas.microsoft.com/office/drawing/2014/main" id="{9F89841C-BF88-DD7E-56CC-B7CAA01BA4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7032" y="321732"/>
            <a:ext cx="1617903" cy="1617903"/>
          </a:xfrm>
          <a:prstGeom prst="rect">
            <a:avLst/>
          </a:prstGeom>
        </p:spPr>
      </p:pic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486" y="2557929"/>
            <a:ext cx="1702135" cy="1702135"/>
          </a:xfrm>
          <a:prstGeom prst="rect">
            <a:avLst/>
          </a:prstGeom>
        </p:spPr>
      </p:pic>
      <p:pic>
        <p:nvPicPr>
          <p:cNvPr id="11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2477" y="2517903"/>
            <a:ext cx="1742162" cy="1742162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163F0895-62C4-2389-EA0E-F3728E426A2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005806"/>
            <a:ext cx="2439106" cy="1371997"/>
          </a:xfrm>
          <a:prstGeom prst="rect">
            <a:avLst/>
          </a:prstGeom>
        </p:spPr>
      </p:pic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5238" y="321732"/>
            <a:ext cx="1617907" cy="1617907"/>
          </a:xfrm>
          <a:prstGeom prst="rect">
            <a:avLst/>
          </a:prstGeom>
        </p:spPr>
      </p:pic>
      <p:pic>
        <p:nvPicPr>
          <p:cNvPr id="5" name="Graph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75291" y="4903538"/>
            <a:ext cx="1576534" cy="1576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2EC582-8136-4F68-E5A0-497321AF5A1A}"/>
              </a:ext>
            </a:extLst>
          </p:cNvPr>
          <p:cNvSpPr txBox="1"/>
          <p:nvPr/>
        </p:nvSpPr>
        <p:spPr>
          <a:xfrm>
            <a:off x="237752" y="1067030"/>
            <a:ext cx="61084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Learning path articles: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14"/>
              </a:rPr>
              <a:t>Step 1 baseline offers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15"/>
              </a:rPr>
              <a:t>Step 2 capabilities &amp; maturity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16"/>
              </a:rPr>
              <a:t>Step 3 feedback flywheel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871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1196</Words>
  <Application>Microsoft Office PowerPoint</Application>
  <PresentationFormat>Widescreen</PresentationFormat>
  <Paragraphs>255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Franklin Gothic Book</vt:lpstr>
      <vt:lpstr>Segoe UI</vt:lpstr>
      <vt:lpstr>Wingdings</vt:lpstr>
      <vt:lpstr>Office Theme</vt:lpstr>
      <vt:lpstr>Standard Offers Learning Path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Product Management IRL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mitchell</dc:creator>
  <cp:lastModifiedBy>amy mitchell</cp:lastModifiedBy>
  <cp:revision>7</cp:revision>
  <dcterms:created xsi:type="dcterms:W3CDTF">2025-02-23T03:14:58Z</dcterms:created>
  <dcterms:modified xsi:type="dcterms:W3CDTF">2025-06-13T02:23:00Z</dcterms:modified>
</cp:coreProperties>
</file>